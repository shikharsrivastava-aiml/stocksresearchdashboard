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72" r:id="rId4"/>
    <p:sldId id="264" r:id="rId5"/>
    <p:sldId id="259" r:id="rId6"/>
    <p:sldId id="260" r:id="rId7"/>
    <p:sldId id="261" r:id="rId8"/>
    <p:sldId id="262" r:id="rId9"/>
    <p:sldId id="263" r:id="rId10"/>
    <p:sldId id="266" r:id="rId11"/>
    <p:sldId id="273" r:id="rId12"/>
    <p:sldId id="274" r:id="rId13"/>
    <p:sldId id="275" r:id="rId14"/>
    <p:sldId id="267" r:id="rId15"/>
    <p:sldId id="277" r:id="rId16"/>
    <p:sldId id="269" r:id="rId17"/>
    <p:sldId id="276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449BC-6DE7-4174-8A58-7109E62ECA74}" v="71" dt="2025-10-15T22:48:32.441"/>
    <p1510:client id="{172DCD74-61BA-6A83-F3E1-276B30D4B132}" v="583" dt="2025-10-15T23:27:02.020"/>
    <p1510:client id="{439EE620-830B-E6DD-1B04-B052AFF0F753}" v="2" dt="2025-10-15T17:36:56.551"/>
    <p1510:client id="{5A9CE752-AA2C-5AFD-5574-FCC8CAE05130}" v="207" dt="2025-10-15T17:24:03.860"/>
    <p1510:client id="{BAAFE015-C551-A852-47C2-F4B6114F0443}" v="20" dt="2025-10-14T23:02:03.953"/>
    <p1510:client id="{BCA80314-644A-8CEC-E08A-9569F6D26E82}" v="37" dt="2025-10-14T23:06:55.942"/>
    <p1510:client id="{FFDA60B8-412B-7DA2-95D2-3B4064598E6E}" v="684" dt="2025-10-15T14:40:15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png"/><Relationship Id="rId5" Type="http://schemas.openxmlformats.org/officeDocument/2006/relationships/image" Target="../media/image36.png"/><Relationship Id="rId4" Type="http://schemas.openxmlformats.org/officeDocument/2006/relationships/image" Target="../media/image2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image" Target="../media/image37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png"/><Relationship Id="rId5" Type="http://schemas.openxmlformats.org/officeDocument/2006/relationships/image" Target="../media/image36.png"/><Relationship Id="rId4" Type="http://schemas.openxmlformats.org/officeDocument/2006/relationships/image" Target="../media/image2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image" Target="../media/image37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3CDC3-6EE9-4C14-8C32-3F464A96ABD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A51B15D-0263-4394-926A-6D0EA8CA44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persistence redundancy</a:t>
          </a:r>
          <a:r>
            <a:rPr lang="en-US"/>
            <a:t> – Add replicated databases or multi-region storage.</a:t>
          </a:r>
        </a:p>
      </dgm:t>
    </dgm:pt>
    <dgm:pt modelId="{395B7592-307B-4A5D-85CA-659D63D4FB74}" type="parTrans" cxnId="{FEDBF7F9-E3E9-4EA7-B9EC-6CFE02B1C7C7}">
      <dgm:prSet/>
      <dgm:spPr/>
      <dgm:t>
        <a:bodyPr/>
        <a:lstStyle/>
        <a:p>
          <a:endParaRPr lang="en-US"/>
        </a:p>
      </dgm:t>
    </dgm:pt>
    <dgm:pt modelId="{468D22AF-B4D2-4F7F-A16A-06D7A8DB3827}" type="sibTrans" cxnId="{FEDBF7F9-E3E9-4EA7-B9EC-6CFE02B1C7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E91EFD-071A-4DB6-8F9F-EE74219DBA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Authentication and access control</a:t>
          </a:r>
          <a:r>
            <a:rPr lang="en-US"/>
            <a:t> – Integrate identity management</a:t>
          </a:r>
          <a:r>
            <a:rPr lang="en-US">
              <a:latin typeface="Aptos Display" panose="02110004020202020204"/>
            </a:rPr>
            <a:t>.</a:t>
          </a:r>
          <a:endParaRPr lang="en-US"/>
        </a:p>
      </dgm:t>
    </dgm:pt>
    <dgm:pt modelId="{855EC1F3-86E4-4822-94DD-65D231B9684F}" type="parTrans" cxnId="{3D075B32-676E-4D75-91EB-C1D67F83D8F0}">
      <dgm:prSet/>
      <dgm:spPr/>
      <dgm:t>
        <a:bodyPr/>
        <a:lstStyle/>
        <a:p>
          <a:endParaRPr lang="en-US"/>
        </a:p>
      </dgm:t>
    </dgm:pt>
    <dgm:pt modelId="{B05C1F8F-9CA1-4E88-BEE3-982524E92803}" type="sibTrans" cxnId="{3D075B32-676E-4D75-91EB-C1D67F83D8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8F9D61-D2F2-443A-B62A-73679A7C05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Low latency requirements</a:t>
          </a:r>
          <a:r>
            <a:rPr lang="en-US"/>
            <a:t> – Employ caching, and optimized data pipelines.</a:t>
          </a:r>
        </a:p>
      </dgm:t>
    </dgm:pt>
    <dgm:pt modelId="{9E6FFC35-D0D0-4945-A024-CEB44C0F62D8}" type="parTrans" cxnId="{D1761715-1441-4841-82DA-2B9154B65055}">
      <dgm:prSet/>
      <dgm:spPr/>
      <dgm:t>
        <a:bodyPr/>
        <a:lstStyle/>
        <a:p>
          <a:endParaRPr lang="en-US"/>
        </a:p>
      </dgm:t>
    </dgm:pt>
    <dgm:pt modelId="{FED736F4-8052-4670-874B-D7A7249E8960}" type="sibTrans" cxnId="{D1761715-1441-4841-82DA-2B9154B650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3F74F0-96BF-4E07-A216-387B302A70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Fault tolerance and retry logic</a:t>
          </a:r>
          <a:r>
            <a:rPr lang="en-US"/>
            <a:t> – Implement message queues, retries, and failover systems.</a:t>
          </a:r>
        </a:p>
      </dgm:t>
    </dgm:pt>
    <dgm:pt modelId="{C57601CB-3A3B-4AF3-B5B4-45CE098566D2}" type="parTrans" cxnId="{A4A46EAB-0D5D-42CC-935B-86A979A44585}">
      <dgm:prSet/>
      <dgm:spPr/>
      <dgm:t>
        <a:bodyPr/>
        <a:lstStyle/>
        <a:p>
          <a:endParaRPr lang="en-US"/>
        </a:p>
      </dgm:t>
    </dgm:pt>
    <dgm:pt modelId="{A95F9F51-8402-466C-BF61-4116638CBB1A}" type="sibTrans" cxnId="{A4A46EAB-0D5D-42CC-935B-86A979A445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BEC036-C96C-4E0C-8656-F983B71F35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Event-driven alert system</a:t>
          </a:r>
          <a:r>
            <a:rPr lang="en-US"/>
            <a:t> – Use pub/sub or event bus for real-time notifications.</a:t>
          </a:r>
        </a:p>
      </dgm:t>
    </dgm:pt>
    <dgm:pt modelId="{2A548735-F634-41D7-AC91-D22914601E6A}" type="parTrans" cxnId="{35DD451C-389E-4044-A8EB-638F8B18D592}">
      <dgm:prSet/>
      <dgm:spPr/>
      <dgm:t>
        <a:bodyPr/>
        <a:lstStyle/>
        <a:p>
          <a:endParaRPr lang="en-US"/>
        </a:p>
      </dgm:t>
    </dgm:pt>
    <dgm:pt modelId="{F888007F-94E8-44CA-B0F4-89EEAE944958}" type="sibTrans" cxnId="{35DD451C-389E-4044-A8EB-638F8B18D592}">
      <dgm:prSet/>
      <dgm:spPr/>
      <dgm:t>
        <a:bodyPr/>
        <a:lstStyle/>
        <a:p>
          <a:endParaRPr lang="en-US"/>
        </a:p>
      </dgm:t>
    </dgm:pt>
    <dgm:pt modelId="{EDFCEA63-7A30-4697-93E3-7E034735A0C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High scalability</a:t>
          </a:r>
          <a:r>
            <a:rPr lang="en-US"/>
            <a:t> – Use microservices, load balancers, and auto-scaling.</a:t>
          </a:r>
        </a:p>
      </dgm:t>
    </dgm:pt>
    <dgm:pt modelId="{92FF41D3-7868-4353-B32C-E88FDE869EA7}" type="parTrans" cxnId="{1F58BA69-A2FE-4556-9891-430D42BCA645}">
      <dgm:prSet/>
      <dgm:spPr/>
    </dgm:pt>
    <dgm:pt modelId="{4B934452-EC60-4C72-8F03-1F48EC424848}" type="sibTrans" cxnId="{1F58BA69-A2FE-4556-9891-430D42BCA645}">
      <dgm:prSet/>
      <dgm:spPr/>
    </dgm:pt>
    <dgm:pt modelId="{DFA4CADD-C2B4-4917-8230-6C2815330C9B}" type="pres">
      <dgm:prSet presAssocID="{4653CDC3-6EE9-4C14-8C32-3F464A96ABD3}" presName="root" presStyleCnt="0">
        <dgm:presLayoutVars>
          <dgm:dir/>
          <dgm:resizeHandles val="exact"/>
        </dgm:presLayoutVars>
      </dgm:prSet>
      <dgm:spPr/>
    </dgm:pt>
    <dgm:pt modelId="{1A3BBB63-D291-464D-BC90-81CF2FA6AE20}" type="pres">
      <dgm:prSet presAssocID="{4653CDC3-6EE9-4C14-8C32-3F464A96ABD3}" presName="container" presStyleCnt="0">
        <dgm:presLayoutVars>
          <dgm:dir/>
          <dgm:resizeHandles val="exact"/>
        </dgm:presLayoutVars>
      </dgm:prSet>
      <dgm:spPr/>
    </dgm:pt>
    <dgm:pt modelId="{430B59FF-96FD-4C90-BC89-B2D9B1B8BFAA}" type="pres">
      <dgm:prSet presAssocID="{EDFCEA63-7A30-4697-93E3-7E034735A0C3}" presName="compNode" presStyleCnt="0"/>
      <dgm:spPr/>
    </dgm:pt>
    <dgm:pt modelId="{28ED5453-1F1E-4ED1-8C80-8062D25C64EA}" type="pres">
      <dgm:prSet presAssocID="{EDFCEA63-7A30-4697-93E3-7E034735A0C3}" presName="iconBgRect" presStyleLbl="bgShp" presStyleIdx="0" presStyleCnt="6"/>
      <dgm:spPr/>
    </dgm:pt>
    <dgm:pt modelId="{57E4F96A-5F8F-48FE-B5CA-104D300A1461}" type="pres">
      <dgm:prSet presAssocID="{EDFCEA63-7A30-4697-93E3-7E034735A0C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7D13437-4AAE-4823-8D60-9CB13B2FCD2B}" type="pres">
      <dgm:prSet presAssocID="{EDFCEA63-7A30-4697-93E3-7E034735A0C3}" presName="spaceRect" presStyleCnt="0"/>
      <dgm:spPr/>
    </dgm:pt>
    <dgm:pt modelId="{796D4A3A-3445-4647-B2F7-35823C29F082}" type="pres">
      <dgm:prSet presAssocID="{EDFCEA63-7A30-4697-93E3-7E034735A0C3}" presName="textRect" presStyleLbl="revTx" presStyleIdx="0" presStyleCnt="6">
        <dgm:presLayoutVars>
          <dgm:chMax val="1"/>
          <dgm:chPref val="1"/>
        </dgm:presLayoutVars>
      </dgm:prSet>
      <dgm:spPr/>
    </dgm:pt>
    <dgm:pt modelId="{091AF70F-A5EF-4CDC-8FC2-501767C02747}" type="pres">
      <dgm:prSet presAssocID="{4B934452-EC60-4C72-8F03-1F48EC424848}" presName="sibTrans" presStyleLbl="sibTrans2D1" presStyleIdx="0" presStyleCnt="0"/>
      <dgm:spPr/>
    </dgm:pt>
    <dgm:pt modelId="{A928952E-1418-4542-BFBF-8A6C849FEEE4}" type="pres">
      <dgm:prSet presAssocID="{4A51B15D-0263-4394-926A-6D0EA8CA446D}" presName="compNode" presStyleCnt="0"/>
      <dgm:spPr/>
    </dgm:pt>
    <dgm:pt modelId="{DE4CF973-A5F0-4443-8508-5B19313EF0FE}" type="pres">
      <dgm:prSet presAssocID="{4A51B15D-0263-4394-926A-6D0EA8CA446D}" presName="iconBgRect" presStyleLbl="bgShp" presStyleIdx="1" presStyleCnt="6"/>
      <dgm:spPr/>
    </dgm:pt>
    <dgm:pt modelId="{26AF3C36-C46E-4365-814B-0997534FE4F9}" type="pres">
      <dgm:prSet presAssocID="{4A51B15D-0263-4394-926A-6D0EA8CA446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7B28D00D-E3FE-4FA3-9649-CDE0EFDD77FF}" type="pres">
      <dgm:prSet presAssocID="{4A51B15D-0263-4394-926A-6D0EA8CA446D}" presName="spaceRect" presStyleCnt="0"/>
      <dgm:spPr/>
    </dgm:pt>
    <dgm:pt modelId="{970F53E3-9A71-4268-94A4-909211F672C6}" type="pres">
      <dgm:prSet presAssocID="{4A51B15D-0263-4394-926A-6D0EA8CA446D}" presName="textRect" presStyleLbl="revTx" presStyleIdx="1" presStyleCnt="6">
        <dgm:presLayoutVars>
          <dgm:chMax val="1"/>
          <dgm:chPref val="1"/>
        </dgm:presLayoutVars>
      </dgm:prSet>
      <dgm:spPr/>
    </dgm:pt>
    <dgm:pt modelId="{2273ED13-8BB3-485C-A932-79E77E899CB4}" type="pres">
      <dgm:prSet presAssocID="{468D22AF-B4D2-4F7F-A16A-06D7A8DB3827}" presName="sibTrans" presStyleLbl="sibTrans2D1" presStyleIdx="0" presStyleCnt="0"/>
      <dgm:spPr/>
    </dgm:pt>
    <dgm:pt modelId="{3A9E70E9-A2F3-45E7-A957-83620430B071}" type="pres">
      <dgm:prSet presAssocID="{85E91EFD-071A-4DB6-8F9F-EE74219DBA2C}" presName="compNode" presStyleCnt="0"/>
      <dgm:spPr/>
    </dgm:pt>
    <dgm:pt modelId="{FA977C24-14A9-4C73-8BC2-333D29F2B557}" type="pres">
      <dgm:prSet presAssocID="{85E91EFD-071A-4DB6-8F9F-EE74219DBA2C}" presName="iconBgRect" presStyleLbl="bgShp" presStyleIdx="2" presStyleCnt="6"/>
      <dgm:spPr/>
    </dgm:pt>
    <dgm:pt modelId="{CB7134AD-5A79-42FC-BCFB-6FD2501739BF}" type="pres">
      <dgm:prSet presAssocID="{85E91EFD-071A-4DB6-8F9F-EE74219DBA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146A32D-0043-477C-80E6-AF1E4E490066}" type="pres">
      <dgm:prSet presAssocID="{85E91EFD-071A-4DB6-8F9F-EE74219DBA2C}" presName="spaceRect" presStyleCnt="0"/>
      <dgm:spPr/>
    </dgm:pt>
    <dgm:pt modelId="{053F9643-8C4F-4861-9DB1-1FD37246F2D2}" type="pres">
      <dgm:prSet presAssocID="{85E91EFD-071A-4DB6-8F9F-EE74219DBA2C}" presName="textRect" presStyleLbl="revTx" presStyleIdx="2" presStyleCnt="6">
        <dgm:presLayoutVars>
          <dgm:chMax val="1"/>
          <dgm:chPref val="1"/>
        </dgm:presLayoutVars>
      </dgm:prSet>
      <dgm:spPr/>
    </dgm:pt>
    <dgm:pt modelId="{2DF24CD4-A961-4F9C-B3F1-D9E265216584}" type="pres">
      <dgm:prSet presAssocID="{B05C1F8F-9CA1-4E88-BEE3-982524E92803}" presName="sibTrans" presStyleLbl="sibTrans2D1" presStyleIdx="0" presStyleCnt="0"/>
      <dgm:spPr/>
    </dgm:pt>
    <dgm:pt modelId="{A8C42CD0-DA4D-437E-8B74-AF93B587D3C3}" type="pres">
      <dgm:prSet presAssocID="{AA8F9D61-D2F2-443A-B62A-73679A7C05AB}" presName="compNode" presStyleCnt="0"/>
      <dgm:spPr/>
    </dgm:pt>
    <dgm:pt modelId="{9E2F891E-95CE-426B-A261-76D4EF0F740A}" type="pres">
      <dgm:prSet presAssocID="{AA8F9D61-D2F2-443A-B62A-73679A7C05AB}" presName="iconBgRect" presStyleLbl="bgShp" presStyleIdx="3" presStyleCnt="6"/>
      <dgm:spPr/>
    </dgm:pt>
    <dgm:pt modelId="{391FB844-4926-4BF2-B475-387090A670C9}" type="pres">
      <dgm:prSet presAssocID="{AA8F9D61-D2F2-443A-B62A-73679A7C05A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D8CCB874-2C5B-41AE-8D0D-0B1ACF3E3614}" type="pres">
      <dgm:prSet presAssocID="{AA8F9D61-D2F2-443A-B62A-73679A7C05AB}" presName="spaceRect" presStyleCnt="0"/>
      <dgm:spPr/>
    </dgm:pt>
    <dgm:pt modelId="{79ACD128-20A5-404A-8FE7-492750EE9316}" type="pres">
      <dgm:prSet presAssocID="{AA8F9D61-D2F2-443A-B62A-73679A7C05AB}" presName="textRect" presStyleLbl="revTx" presStyleIdx="3" presStyleCnt="6">
        <dgm:presLayoutVars>
          <dgm:chMax val="1"/>
          <dgm:chPref val="1"/>
        </dgm:presLayoutVars>
      </dgm:prSet>
      <dgm:spPr/>
    </dgm:pt>
    <dgm:pt modelId="{F8857763-9960-49E4-B619-4C1DE48CA242}" type="pres">
      <dgm:prSet presAssocID="{FED736F4-8052-4670-874B-D7A7249E8960}" presName="sibTrans" presStyleLbl="sibTrans2D1" presStyleIdx="0" presStyleCnt="0"/>
      <dgm:spPr/>
    </dgm:pt>
    <dgm:pt modelId="{46F0B8A2-9F28-45BC-ABC8-7F9EBE9512CB}" type="pres">
      <dgm:prSet presAssocID="{3E3F74F0-96BF-4E07-A216-387B302A70AB}" presName="compNode" presStyleCnt="0"/>
      <dgm:spPr/>
    </dgm:pt>
    <dgm:pt modelId="{87758EFD-0EDC-44EB-9E43-B8D058343594}" type="pres">
      <dgm:prSet presAssocID="{3E3F74F0-96BF-4E07-A216-387B302A70AB}" presName="iconBgRect" presStyleLbl="bgShp" presStyleIdx="4" presStyleCnt="6"/>
      <dgm:spPr/>
    </dgm:pt>
    <dgm:pt modelId="{A19F4A95-DBB6-4B93-B3BD-74B802034CB8}" type="pres">
      <dgm:prSet presAssocID="{3E3F74F0-96BF-4E07-A216-387B302A70A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BA29A0DB-D6A6-45EB-BCDA-F7222C7A04E9}" type="pres">
      <dgm:prSet presAssocID="{3E3F74F0-96BF-4E07-A216-387B302A70AB}" presName="spaceRect" presStyleCnt="0"/>
      <dgm:spPr/>
    </dgm:pt>
    <dgm:pt modelId="{EC403258-D93D-4064-8941-8C847942635E}" type="pres">
      <dgm:prSet presAssocID="{3E3F74F0-96BF-4E07-A216-387B302A70AB}" presName="textRect" presStyleLbl="revTx" presStyleIdx="4" presStyleCnt="6">
        <dgm:presLayoutVars>
          <dgm:chMax val="1"/>
          <dgm:chPref val="1"/>
        </dgm:presLayoutVars>
      </dgm:prSet>
      <dgm:spPr/>
    </dgm:pt>
    <dgm:pt modelId="{2CD81C5A-9B14-4283-9775-D302F98C4EFD}" type="pres">
      <dgm:prSet presAssocID="{A95F9F51-8402-466C-BF61-4116638CBB1A}" presName="sibTrans" presStyleLbl="sibTrans2D1" presStyleIdx="0" presStyleCnt="0"/>
      <dgm:spPr/>
    </dgm:pt>
    <dgm:pt modelId="{BF39089D-B067-4527-B9B9-061AF9C1DF07}" type="pres">
      <dgm:prSet presAssocID="{E4BEC036-C96C-4E0C-8656-F983B71F3573}" presName="compNode" presStyleCnt="0"/>
      <dgm:spPr/>
    </dgm:pt>
    <dgm:pt modelId="{2B6F7DDE-0195-44DE-AC1F-BE3BC3CC61CD}" type="pres">
      <dgm:prSet presAssocID="{E4BEC036-C96C-4E0C-8656-F983B71F3573}" presName="iconBgRect" presStyleLbl="bgShp" presStyleIdx="5" presStyleCnt="6"/>
      <dgm:spPr/>
    </dgm:pt>
    <dgm:pt modelId="{17A73940-4722-4897-90B5-1D6E5BCC036C}" type="pres">
      <dgm:prSet presAssocID="{E4BEC036-C96C-4E0C-8656-F983B71F357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E07ECB0-18D9-4EB0-AB95-FB1AD0AB97E0}" type="pres">
      <dgm:prSet presAssocID="{E4BEC036-C96C-4E0C-8656-F983B71F3573}" presName="spaceRect" presStyleCnt="0"/>
      <dgm:spPr/>
    </dgm:pt>
    <dgm:pt modelId="{2C4C0C9D-9B82-4D80-85F4-01CEFFD4DB88}" type="pres">
      <dgm:prSet presAssocID="{E4BEC036-C96C-4E0C-8656-F983B71F357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1761715-1441-4841-82DA-2B9154B65055}" srcId="{4653CDC3-6EE9-4C14-8C32-3F464A96ABD3}" destId="{AA8F9D61-D2F2-443A-B62A-73679A7C05AB}" srcOrd="3" destOrd="0" parTransId="{9E6FFC35-D0D0-4945-A024-CEB44C0F62D8}" sibTransId="{FED736F4-8052-4670-874B-D7A7249E8960}"/>
    <dgm:cxn modelId="{35DD451C-389E-4044-A8EB-638F8B18D592}" srcId="{4653CDC3-6EE9-4C14-8C32-3F464A96ABD3}" destId="{E4BEC036-C96C-4E0C-8656-F983B71F3573}" srcOrd="5" destOrd="0" parTransId="{2A548735-F634-41D7-AC91-D22914601E6A}" sibTransId="{F888007F-94E8-44CA-B0F4-89EEAE944958}"/>
    <dgm:cxn modelId="{3D075B32-676E-4D75-91EB-C1D67F83D8F0}" srcId="{4653CDC3-6EE9-4C14-8C32-3F464A96ABD3}" destId="{85E91EFD-071A-4DB6-8F9F-EE74219DBA2C}" srcOrd="2" destOrd="0" parTransId="{855EC1F3-86E4-4822-94DD-65D231B9684F}" sibTransId="{B05C1F8F-9CA1-4E88-BEE3-982524E92803}"/>
    <dgm:cxn modelId="{5A86CB35-A3B4-4F39-A374-2366961A6BE9}" type="presOf" srcId="{4A51B15D-0263-4394-926A-6D0EA8CA446D}" destId="{970F53E3-9A71-4268-94A4-909211F672C6}" srcOrd="0" destOrd="0" presId="urn:microsoft.com/office/officeart/2018/2/layout/IconCircleList"/>
    <dgm:cxn modelId="{9B5C1538-FCBF-4989-A12F-37CB4FE4FD85}" type="presOf" srcId="{85E91EFD-071A-4DB6-8F9F-EE74219DBA2C}" destId="{053F9643-8C4F-4861-9DB1-1FD37246F2D2}" srcOrd="0" destOrd="0" presId="urn:microsoft.com/office/officeart/2018/2/layout/IconCircleList"/>
    <dgm:cxn modelId="{F2A29268-6D60-4FE4-B3DE-2B67F6E4E27C}" type="presOf" srcId="{AA8F9D61-D2F2-443A-B62A-73679A7C05AB}" destId="{79ACD128-20A5-404A-8FE7-492750EE9316}" srcOrd="0" destOrd="0" presId="urn:microsoft.com/office/officeart/2018/2/layout/IconCircleList"/>
    <dgm:cxn modelId="{1F58BA69-A2FE-4556-9891-430D42BCA645}" srcId="{4653CDC3-6EE9-4C14-8C32-3F464A96ABD3}" destId="{EDFCEA63-7A30-4697-93E3-7E034735A0C3}" srcOrd="0" destOrd="0" parTransId="{92FF41D3-7868-4353-B32C-E88FDE869EA7}" sibTransId="{4B934452-EC60-4C72-8F03-1F48EC424848}"/>
    <dgm:cxn modelId="{79582B74-9B10-4FAA-9ABA-FB60A7CF7666}" type="presOf" srcId="{A95F9F51-8402-466C-BF61-4116638CBB1A}" destId="{2CD81C5A-9B14-4283-9775-D302F98C4EFD}" srcOrd="0" destOrd="0" presId="urn:microsoft.com/office/officeart/2018/2/layout/IconCircleList"/>
    <dgm:cxn modelId="{C7E2E692-2B07-45E7-96EE-7FE57F74D0B5}" type="presOf" srcId="{468D22AF-B4D2-4F7F-A16A-06D7A8DB3827}" destId="{2273ED13-8BB3-485C-A932-79E77E899CB4}" srcOrd="0" destOrd="0" presId="urn:microsoft.com/office/officeart/2018/2/layout/IconCircleList"/>
    <dgm:cxn modelId="{B5A04997-8697-4C05-B26C-D1142B41120C}" type="presOf" srcId="{B05C1F8F-9CA1-4E88-BEE3-982524E92803}" destId="{2DF24CD4-A961-4F9C-B3F1-D9E265216584}" srcOrd="0" destOrd="0" presId="urn:microsoft.com/office/officeart/2018/2/layout/IconCircleList"/>
    <dgm:cxn modelId="{A4A46EAB-0D5D-42CC-935B-86A979A44585}" srcId="{4653CDC3-6EE9-4C14-8C32-3F464A96ABD3}" destId="{3E3F74F0-96BF-4E07-A216-387B302A70AB}" srcOrd="4" destOrd="0" parTransId="{C57601CB-3A3B-4AF3-B5B4-45CE098566D2}" sibTransId="{A95F9F51-8402-466C-BF61-4116638CBB1A}"/>
    <dgm:cxn modelId="{1C3EF6B0-D2E2-4952-9FCD-43BA4B400886}" type="presOf" srcId="{FED736F4-8052-4670-874B-D7A7249E8960}" destId="{F8857763-9960-49E4-B619-4C1DE48CA242}" srcOrd="0" destOrd="0" presId="urn:microsoft.com/office/officeart/2018/2/layout/IconCircleList"/>
    <dgm:cxn modelId="{39DC75BD-EFFB-484A-ADB9-C0E0283A54D7}" type="presOf" srcId="{EDFCEA63-7A30-4697-93E3-7E034735A0C3}" destId="{796D4A3A-3445-4647-B2F7-35823C29F082}" srcOrd="0" destOrd="0" presId="urn:microsoft.com/office/officeart/2018/2/layout/IconCircleList"/>
    <dgm:cxn modelId="{C95767C3-DF4F-4AEE-AB2F-F4BF2794A1CE}" type="presOf" srcId="{3E3F74F0-96BF-4E07-A216-387B302A70AB}" destId="{EC403258-D93D-4064-8941-8C847942635E}" srcOrd="0" destOrd="0" presId="urn:microsoft.com/office/officeart/2018/2/layout/IconCircleList"/>
    <dgm:cxn modelId="{CB1262E8-7C01-42A5-8B02-944D0A84D753}" type="presOf" srcId="{E4BEC036-C96C-4E0C-8656-F983B71F3573}" destId="{2C4C0C9D-9B82-4D80-85F4-01CEFFD4DB88}" srcOrd="0" destOrd="0" presId="urn:microsoft.com/office/officeart/2018/2/layout/IconCircleList"/>
    <dgm:cxn modelId="{80FD24EA-F753-49A2-8434-BE6227715D75}" type="presOf" srcId="{4653CDC3-6EE9-4C14-8C32-3F464A96ABD3}" destId="{DFA4CADD-C2B4-4917-8230-6C2815330C9B}" srcOrd="0" destOrd="0" presId="urn:microsoft.com/office/officeart/2018/2/layout/IconCircleList"/>
    <dgm:cxn modelId="{FEDBF7F9-E3E9-4EA7-B9EC-6CFE02B1C7C7}" srcId="{4653CDC3-6EE9-4C14-8C32-3F464A96ABD3}" destId="{4A51B15D-0263-4394-926A-6D0EA8CA446D}" srcOrd="1" destOrd="0" parTransId="{395B7592-307B-4A5D-85CA-659D63D4FB74}" sibTransId="{468D22AF-B4D2-4F7F-A16A-06D7A8DB3827}"/>
    <dgm:cxn modelId="{94B291FB-18C4-409C-954D-6108F0621F4D}" type="presOf" srcId="{4B934452-EC60-4C72-8F03-1F48EC424848}" destId="{091AF70F-A5EF-4CDC-8FC2-501767C02747}" srcOrd="0" destOrd="0" presId="urn:microsoft.com/office/officeart/2018/2/layout/IconCircleList"/>
    <dgm:cxn modelId="{EB2B12E9-68B7-4FA2-BD41-8117192941AF}" type="presParOf" srcId="{DFA4CADD-C2B4-4917-8230-6C2815330C9B}" destId="{1A3BBB63-D291-464D-BC90-81CF2FA6AE20}" srcOrd="0" destOrd="0" presId="urn:microsoft.com/office/officeart/2018/2/layout/IconCircleList"/>
    <dgm:cxn modelId="{D066BD6E-F4EF-4372-9DD1-4A88C18DBB0D}" type="presParOf" srcId="{1A3BBB63-D291-464D-BC90-81CF2FA6AE20}" destId="{430B59FF-96FD-4C90-BC89-B2D9B1B8BFAA}" srcOrd="0" destOrd="0" presId="urn:microsoft.com/office/officeart/2018/2/layout/IconCircleList"/>
    <dgm:cxn modelId="{97A147FC-E695-4B68-97BB-B78CBD7F4FE5}" type="presParOf" srcId="{430B59FF-96FD-4C90-BC89-B2D9B1B8BFAA}" destId="{28ED5453-1F1E-4ED1-8C80-8062D25C64EA}" srcOrd="0" destOrd="0" presId="urn:microsoft.com/office/officeart/2018/2/layout/IconCircleList"/>
    <dgm:cxn modelId="{78557DA4-77F9-4E86-8CED-56BF0C2A8A4A}" type="presParOf" srcId="{430B59FF-96FD-4C90-BC89-B2D9B1B8BFAA}" destId="{57E4F96A-5F8F-48FE-B5CA-104D300A1461}" srcOrd="1" destOrd="0" presId="urn:microsoft.com/office/officeart/2018/2/layout/IconCircleList"/>
    <dgm:cxn modelId="{DA3851A7-1C54-42A9-8BBD-FFF3F17B5DDC}" type="presParOf" srcId="{430B59FF-96FD-4C90-BC89-B2D9B1B8BFAA}" destId="{97D13437-4AAE-4823-8D60-9CB13B2FCD2B}" srcOrd="2" destOrd="0" presId="urn:microsoft.com/office/officeart/2018/2/layout/IconCircleList"/>
    <dgm:cxn modelId="{B38E831F-9196-4F1E-B44D-D928C63CC1B8}" type="presParOf" srcId="{430B59FF-96FD-4C90-BC89-B2D9B1B8BFAA}" destId="{796D4A3A-3445-4647-B2F7-35823C29F082}" srcOrd="3" destOrd="0" presId="urn:microsoft.com/office/officeart/2018/2/layout/IconCircleList"/>
    <dgm:cxn modelId="{E8527F1B-770D-44E2-8E33-0639B43DAD70}" type="presParOf" srcId="{1A3BBB63-D291-464D-BC90-81CF2FA6AE20}" destId="{091AF70F-A5EF-4CDC-8FC2-501767C02747}" srcOrd="1" destOrd="0" presId="urn:microsoft.com/office/officeart/2018/2/layout/IconCircleList"/>
    <dgm:cxn modelId="{C9530B95-16B0-420C-8A0C-CAB3594DD212}" type="presParOf" srcId="{1A3BBB63-D291-464D-BC90-81CF2FA6AE20}" destId="{A928952E-1418-4542-BFBF-8A6C849FEEE4}" srcOrd="2" destOrd="0" presId="urn:microsoft.com/office/officeart/2018/2/layout/IconCircleList"/>
    <dgm:cxn modelId="{1632999A-1289-409B-B64F-94C15EE0A5C8}" type="presParOf" srcId="{A928952E-1418-4542-BFBF-8A6C849FEEE4}" destId="{DE4CF973-A5F0-4443-8508-5B19313EF0FE}" srcOrd="0" destOrd="0" presId="urn:microsoft.com/office/officeart/2018/2/layout/IconCircleList"/>
    <dgm:cxn modelId="{FCC35B18-1517-431B-AB0D-B4DCE03673B2}" type="presParOf" srcId="{A928952E-1418-4542-BFBF-8A6C849FEEE4}" destId="{26AF3C36-C46E-4365-814B-0997534FE4F9}" srcOrd="1" destOrd="0" presId="urn:microsoft.com/office/officeart/2018/2/layout/IconCircleList"/>
    <dgm:cxn modelId="{C95CDFC6-2D4F-4F40-A199-5DA64295A014}" type="presParOf" srcId="{A928952E-1418-4542-BFBF-8A6C849FEEE4}" destId="{7B28D00D-E3FE-4FA3-9649-CDE0EFDD77FF}" srcOrd="2" destOrd="0" presId="urn:microsoft.com/office/officeart/2018/2/layout/IconCircleList"/>
    <dgm:cxn modelId="{5E375A96-5F9C-45DD-9EF5-2C55FC87ED16}" type="presParOf" srcId="{A928952E-1418-4542-BFBF-8A6C849FEEE4}" destId="{970F53E3-9A71-4268-94A4-909211F672C6}" srcOrd="3" destOrd="0" presId="urn:microsoft.com/office/officeart/2018/2/layout/IconCircleList"/>
    <dgm:cxn modelId="{4BF06A6F-6637-4030-BE78-F3263B2B8BAB}" type="presParOf" srcId="{1A3BBB63-D291-464D-BC90-81CF2FA6AE20}" destId="{2273ED13-8BB3-485C-A932-79E77E899CB4}" srcOrd="3" destOrd="0" presId="urn:microsoft.com/office/officeart/2018/2/layout/IconCircleList"/>
    <dgm:cxn modelId="{379F1804-E647-4C2D-BAE3-9848CFDA9736}" type="presParOf" srcId="{1A3BBB63-D291-464D-BC90-81CF2FA6AE20}" destId="{3A9E70E9-A2F3-45E7-A957-83620430B071}" srcOrd="4" destOrd="0" presId="urn:microsoft.com/office/officeart/2018/2/layout/IconCircleList"/>
    <dgm:cxn modelId="{2EDCC8DD-4846-4719-857C-D94DBC774121}" type="presParOf" srcId="{3A9E70E9-A2F3-45E7-A957-83620430B071}" destId="{FA977C24-14A9-4C73-8BC2-333D29F2B557}" srcOrd="0" destOrd="0" presId="urn:microsoft.com/office/officeart/2018/2/layout/IconCircleList"/>
    <dgm:cxn modelId="{43672570-4FB2-44C4-8300-77DC3EA999CB}" type="presParOf" srcId="{3A9E70E9-A2F3-45E7-A957-83620430B071}" destId="{CB7134AD-5A79-42FC-BCFB-6FD2501739BF}" srcOrd="1" destOrd="0" presId="urn:microsoft.com/office/officeart/2018/2/layout/IconCircleList"/>
    <dgm:cxn modelId="{23E8964F-52DE-43EF-BF40-8297E0410FFA}" type="presParOf" srcId="{3A9E70E9-A2F3-45E7-A957-83620430B071}" destId="{F146A32D-0043-477C-80E6-AF1E4E490066}" srcOrd="2" destOrd="0" presId="urn:microsoft.com/office/officeart/2018/2/layout/IconCircleList"/>
    <dgm:cxn modelId="{3311ECCF-97EC-4847-A186-60B3C3D61A24}" type="presParOf" srcId="{3A9E70E9-A2F3-45E7-A957-83620430B071}" destId="{053F9643-8C4F-4861-9DB1-1FD37246F2D2}" srcOrd="3" destOrd="0" presId="urn:microsoft.com/office/officeart/2018/2/layout/IconCircleList"/>
    <dgm:cxn modelId="{C4BDD1FF-408A-4E5A-A0BB-66D60740521C}" type="presParOf" srcId="{1A3BBB63-D291-464D-BC90-81CF2FA6AE20}" destId="{2DF24CD4-A961-4F9C-B3F1-D9E265216584}" srcOrd="5" destOrd="0" presId="urn:microsoft.com/office/officeart/2018/2/layout/IconCircleList"/>
    <dgm:cxn modelId="{9D638BD1-5303-4FE1-BB9E-F7FF66D09EF9}" type="presParOf" srcId="{1A3BBB63-D291-464D-BC90-81CF2FA6AE20}" destId="{A8C42CD0-DA4D-437E-8B74-AF93B587D3C3}" srcOrd="6" destOrd="0" presId="urn:microsoft.com/office/officeart/2018/2/layout/IconCircleList"/>
    <dgm:cxn modelId="{D0C5B19E-6E22-499F-99B5-8A9E620C6FB6}" type="presParOf" srcId="{A8C42CD0-DA4D-437E-8B74-AF93B587D3C3}" destId="{9E2F891E-95CE-426B-A261-76D4EF0F740A}" srcOrd="0" destOrd="0" presId="urn:microsoft.com/office/officeart/2018/2/layout/IconCircleList"/>
    <dgm:cxn modelId="{FFAB64F6-56A4-4212-8C13-7F40F24C810B}" type="presParOf" srcId="{A8C42CD0-DA4D-437E-8B74-AF93B587D3C3}" destId="{391FB844-4926-4BF2-B475-387090A670C9}" srcOrd="1" destOrd="0" presId="urn:microsoft.com/office/officeart/2018/2/layout/IconCircleList"/>
    <dgm:cxn modelId="{8F44BC2C-1CA8-4566-ACDE-787DAC2269A1}" type="presParOf" srcId="{A8C42CD0-DA4D-437E-8B74-AF93B587D3C3}" destId="{D8CCB874-2C5B-41AE-8D0D-0B1ACF3E3614}" srcOrd="2" destOrd="0" presId="urn:microsoft.com/office/officeart/2018/2/layout/IconCircleList"/>
    <dgm:cxn modelId="{3404748F-B2AC-4A7A-B7F9-2CBECEA9287E}" type="presParOf" srcId="{A8C42CD0-DA4D-437E-8B74-AF93B587D3C3}" destId="{79ACD128-20A5-404A-8FE7-492750EE9316}" srcOrd="3" destOrd="0" presId="urn:microsoft.com/office/officeart/2018/2/layout/IconCircleList"/>
    <dgm:cxn modelId="{642D967A-DCDB-4914-882D-7F3AB9298CF1}" type="presParOf" srcId="{1A3BBB63-D291-464D-BC90-81CF2FA6AE20}" destId="{F8857763-9960-49E4-B619-4C1DE48CA242}" srcOrd="7" destOrd="0" presId="urn:microsoft.com/office/officeart/2018/2/layout/IconCircleList"/>
    <dgm:cxn modelId="{72A3BE35-BF82-4D23-BC10-145FDD263E42}" type="presParOf" srcId="{1A3BBB63-D291-464D-BC90-81CF2FA6AE20}" destId="{46F0B8A2-9F28-45BC-ABC8-7F9EBE9512CB}" srcOrd="8" destOrd="0" presId="urn:microsoft.com/office/officeart/2018/2/layout/IconCircleList"/>
    <dgm:cxn modelId="{523E0D62-BE9B-464D-831A-8A3FA4E38E13}" type="presParOf" srcId="{46F0B8A2-9F28-45BC-ABC8-7F9EBE9512CB}" destId="{87758EFD-0EDC-44EB-9E43-B8D058343594}" srcOrd="0" destOrd="0" presId="urn:microsoft.com/office/officeart/2018/2/layout/IconCircleList"/>
    <dgm:cxn modelId="{DF782A0C-ACEA-4CEB-BD9D-F96672D8C094}" type="presParOf" srcId="{46F0B8A2-9F28-45BC-ABC8-7F9EBE9512CB}" destId="{A19F4A95-DBB6-4B93-B3BD-74B802034CB8}" srcOrd="1" destOrd="0" presId="urn:microsoft.com/office/officeart/2018/2/layout/IconCircleList"/>
    <dgm:cxn modelId="{0AC67296-3CDC-4A50-893A-4B75F032F29F}" type="presParOf" srcId="{46F0B8A2-9F28-45BC-ABC8-7F9EBE9512CB}" destId="{BA29A0DB-D6A6-45EB-BCDA-F7222C7A04E9}" srcOrd="2" destOrd="0" presId="urn:microsoft.com/office/officeart/2018/2/layout/IconCircleList"/>
    <dgm:cxn modelId="{8FCB8E96-C9DD-4286-978D-D62BFF964349}" type="presParOf" srcId="{46F0B8A2-9F28-45BC-ABC8-7F9EBE9512CB}" destId="{EC403258-D93D-4064-8941-8C847942635E}" srcOrd="3" destOrd="0" presId="urn:microsoft.com/office/officeart/2018/2/layout/IconCircleList"/>
    <dgm:cxn modelId="{0E03F14C-2196-48D3-9CFB-C5C5C1068F7E}" type="presParOf" srcId="{1A3BBB63-D291-464D-BC90-81CF2FA6AE20}" destId="{2CD81C5A-9B14-4283-9775-D302F98C4EFD}" srcOrd="9" destOrd="0" presId="urn:microsoft.com/office/officeart/2018/2/layout/IconCircleList"/>
    <dgm:cxn modelId="{2B84F941-B060-4C1A-8154-362BDA7CAD93}" type="presParOf" srcId="{1A3BBB63-D291-464D-BC90-81CF2FA6AE20}" destId="{BF39089D-B067-4527-B9B9-061AF9C1DF07}" srcOrd="10" destOrd="0" presId="urn:microsoft.com/office/officeart/2018/2/layout/IconCircleList"/>
    <dgm:cxn modelId="{E260EA21-CC0E-44A1-9360-66EA473F0589}" type="presParOf" srcId="{BF39089D-B067-4527-B9B9-061AF9C1DF07}" destId="{2B6F7DDE-0195-44DE-AC1F-BE3BC3CC61CD}" srcOrd="0" destOrd="0" presId="urn:microsoft.com/office/officeart/2018/2/layout/IconCircleList"/>
    <dgm:cxn modelId="{B44646F0-88FB-42A1-BB74-480ADE0EBD98}" type="presParOf" srcId="{BF39089D-B067-4527-B9B9-061AF9C1DF07}" destId="{17A73940-4722-4897-90B5-1D6E5BCC036C}" srcOrd="1" destOrd="0" presId="urn:microsoft.com/office/officeart/2018/2/layout/IconCircleList"/>
    <dgm:cxn modelId="{4B26B700-DDDE-40DB-A6F0-7E2EB2AF1A25}" type="presParOf" srcId="{BF39089D-B067-4527-B9B9-061AF9C1DF07}" destId="{FE07ECB0-18D9-4EB0-AB95-FB1AD0AB97E0}" srcOrd="2" destOrd="0" presId="urn:microsoft.com/office/officeart/2018/2/layout/IconCircleList"/>
    <dgm:cxn modelId="{D1A76448-B9F6-455B-8B44-F9685B081D99}" type="presParOf" srcId="{BF39089D-B067-4527-B9B9-061AF9C1DF07}" destId="{2C4C0C9D-9B82-4D80-85F4-01CEFFD4DB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0CBA05-D2A2-4BD7-B6FE-78E76C8F01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BD49F4-9E48-4561-986F-507FDC6E9F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 </a:t>
          </a:r>
          <a:r>
            <a:rPr lang="en-US" b="1"/>
            <a:t>Earnings Call Service v1</a:t>
          </a:r>
          <a:r>
            <a:rPr lang="en-US"/>
            <a:t> (baseline)</a:t>
          </a:r>
        </a:p>
      </dgm:t>
    </dgm:pt>
    <dgm:pt modelId="{305F346F-0559-4D16-8324-CBC368A805D6}" type="parTrans" cxnId="{ACA57913-4547-4E2F-A948-B47B9C3383AA}">
      <dgm:prSet/>
      <dgm:spPr/>
      <dgm:t>
        <a:bodyPr/>
        <a:lstStyle/>
        <a:p>
          <a:endParaRPr lang="en-US"/>
        </a:p>
      </dgm:t>
    </dgm:pt>
    <dgm:pt modelId="{9A67568E-D649-48CE-9D83-FF7C73259530}" type="sibTrans" cxnId="{ACA57913-4547-4E2F-A948-B47B9C3383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89E863-8A47-4603-B487-B599F3129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Configure </a:t>
          </a:r>
          <a:r>
            <a:rPr lang="en-US" b="1"/>
            <a:t>User Database Service</a:t>
          </a:r>
          <a:r>
            <a:rPr lang="en-US"/>
            <a:t> (auth, access control)</a:t>
          </a:r>
        </a:p>
      </dgm:t>
    </dgm:pt>
    <dgm:pt modelId="{6B9C0CC5-04EC-429F-8C2A-35A21382526B}" type="parTrans" cxnId="{B9C959AB-CDFE-48FF-8728-AA5176721974}">
      <dgm:prSet/>
      <dgm:spPr/>
      <dgm:t>
        <a:bodyPr/>
        <a:lstStyle/>
        <a:p>
          <a:endParaRPr lang="en-US"/>
        </a:p>
      </dgm:t>
    </dgm:pt>
    <dgm:pt modelId="{055530DD-0AFD-4766-9E49-9D073C0628B5}" type="sibTrans" cxnId="{B9C959AB-CDFE-48FF-8728-AA51767219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21E6A6-A714-4924-BD27-C93B137B1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Establish </a:t>
          </a:r>
          <a:r>
            <a:rPr lang="en-US" b="1"/>
            <a:t>API Gateway</a:t>
          </a:r>
          <a:r>
            <a:rPr lang="en-US"/>
            <a:t>, and </a:t>
          </a:r>
          <a:r>
            <a:rPr lang="en-US" b="1"/>
            <a:t>shared database</a:t>
          </a:r>
          <a:endParaRPr lang="en-US"/>
        </a:p>
      </dgm:t>
    </dgm:pt>
    <dgm:pt modelId="{32CED462-1075-4A83-89E4-A9B7172830BD}" type="parTrans" cxnId="{A9DEC97B-5FAC-4CAD-982E-C119BF3E8700}">
      <dgm:prSet/>
      <dgm:spPr/>
      <dgm:t>
        <a:bodyPr/>
        <a:lstStyle/>
        <a:p>
          <a:endParaRPr lang="en-US"/>
        </a:p>
      </dgm:t>
    </dgm:pt>
    <dgm:pt modelId="{D25F9F56-378D-4842-84A8-03A8A57E0B6C}" type="sibTrans" cxnId="{A9DEC97B-5FAC-4CAD-982E-C119BF3E87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2EEDFA-4547-401C-BDCC-D5894F3987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 up </a:t>
          </a:r>
          <a:r>
            <a:rPr lang="en-US" b="1"/>
            <a:t>logging, monitoring, and environment configs</a:t>
          </a:r>
          <a:endParaRPr lang="en-US"/>
        </a:p>
      </dgm:t>
    </dgm:pt>
    <dgm:pt modelId="{B122C60F-1EB7-4425-9A21-23D5C91BEE27}" type="parTrans" cxnId="{7D68549D-1D4D-41ED-BD26-EA2B35223823}">
      <dgm:prSet/>
      <dgm:spPr/>
      <dgm:t>
        <a:bodyPr/>
        <a:lstStyle/>
        <a:p>
          <a:endParaRPr lang="en-US"/>
        </a:p>
      </dgm:t>
    </dgm:pt>
    <dgm:pt modelId="{309B8D05-D6D8-428B-B41B-59EE2C7B7702}" type="sibTrans" cxnId="{7D68549D-1D4D-41ED-BD26-EA2B35223823}">
      <dgm:prSet/>
      <dgm:spPr/>
      <dgm:t>
        <a:bodyPr/>
        <a:lstStyle/>
        <a:p>
          <a:endParaRPr lang="en-US"/>
        </a:p>
      </dgm:t>
    </dgm:pt>
    <dgm:pt modelId="{7DBEE98E-B9F0-4911-9BA1-299ADBC9F11B}" type="pres">
      <dgm:prSet presAssocID="{D20CBA05-D2A2-4BD7-B6FE-78E76C8F01CD}" presName="root" presStyleCnt="0">
        <dgm:presLayoutVars>
          <dgm:dir/>
          <dgm:resizeHandles val="exact"/>
        </dgm:presLayoutVars>
      </dgm:prSet>
      <dgm:spPr/>
    </dgm:pt>
    <dgm:pt modelId="{4CF96B5A-D627-4792-918D-8A6059BAB99B}" type="pres">
      <dgm:prSet presAssocID="{EEBD49F4-9E48-4561-986F-507FDC6E9F14}" presName="compNode" presStyleCnt="0"/>
      <dgm:spPr/>
    </dgm:pt>
    <dgm:pt modelId="{847B7B52-F340-49F6-9AF9-054AD4995529}" type="pres">
      <dgm:prSet presAssocID="{EEBD49F4-9E48-4561-986F-507FDC6E9F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07087E-3533-4846-8048-CD11A413C25B}" type="pres">
      <dgm:prSet presAssocID="{EEBD49F4-9E48-4561-986F-507FDC6E9F14}" presName="spaceRect" presStyleCnt="0"/>
      <dgm:spPr/>
    </dgm:pt>
    <dgm:pt modelId="{29A613BE-CDC3-4093-B285-967121C785D5}" type="pres">
      <dgm:prSet presAssocID="{EEBD49F4-9E48-4561-986F-507FDC6E9F14}" presName="textRect" presStyleLbl="revTx" presStyleIdx="0" presStyleCnt="4">
        <dgm:presLayoutVars>
          <dgm:chMax val="1"/>
          <dgm:chPref val="1"/>
        </dgm:presLayoutVars>
      </dgm:prSet>
      <dgm:spPr/>
    </dgm:pt>
    <dgm:pt modelId="{9ADA1799-4F4C-40D7-87D8-A20E3B0F901A}" type="pres">
      <dgm:prSet presAssocID="{9A67568E-D649-48CE-9D83-FF7C73259530}" presName="sibTrans" presStyleCnt="0"/>
      <dgm:spPr/>
    </dgm:pt>
    <dgm:pt modelId="{71FC3DE9-28D7-4407-AB24-D5D9B10565B0}" type="pres">
      <dgm:prSet presAssocID="{2389E863-8A47-4603-B487-B599F31295C3}" presName="compNode" presStyleCnt="0"/>
      <dgm:spPr/>
    </dgm:pt>
    <dgm:pt modelId="{89C24B5B-F320-4CA2-A445-561E1719ED32}" type="pres">
      <dgm:prSet presAssocID="{2389E863-8A47-4603-B487-B599F31295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AC3F23-ADC6-494A-9723-DAECEDA0D790}" type="pres">
      <dgm:prSet presAssocID="{2389E863-8A47-4603-B487-B599F31295C3}" presName="spaceRect" presStyleCnt="0"/>
      <dgm:spPr/>
    </dgm:pt>
    <dgm:pt modelId="{59674F96-5778-4D6D-ADF1-F60F00528B0F}" type="pres">
      <dgm:prSet presAssocID="{2389E863-8A47-4603-B487-B599F31295C3}" presName="textRect" presStyleLbl="revTx" presStyleIdx="1" presStyleCnt="4">
        <dgm:presLayoutVars>
          <dgm:chMax val="1"/>
          <dgm:chPref val="1"/>
        </dgm:presLayoutVars>
      </dgm:prSet>
      <dgm:spPr/>
    </dgm:pt>
    <dgm:pt modelId="{9ADEB5B7-1AD0-47F4-A982-6460496DDB06}" type="pres">
      <dgm:prSet presAssocID="{055530DD-0AFD-4766-9E49-9D073C0628B5}" presName="sibTrans" presStyleCnt="0"/>
      <dgm:spPr/>
    </dgm:pt>
    <dgm:pt modelId="{33E89687-581B-496E-9933-5DD8AC731D92}" type="pres">
      <dgm:prSet presAssocID="{8521E6A6-A714-4924-BD27-C93B137B1C69}" presName="compNode" presStyleCnt="0"/>
      <dgm:spPr/>
    </dgm:pt>
    <dgm:pt modelId="{EA38B6AC-01E9-4FF5-82A3-E573A88BB56C}" type="pres">
      <dgm:prSet presAssocID="{8521E6A6-A714-4924-BD27-C93B137B1C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D6DA322-9CE5-4EFF-98A2-FB01F8C24D3E}" type="pres">
      <dgm:prSet presAssocID="{8521E6A6-A714-4924-BD27-C93B137B1C69}" presName="spaceRect" presStyleCnt="0"/>
      <dgm:spPr/>
    </dgm:pt>
    <dgm:pt modelId="{BDBFCBC3-9950-48F2-A640-0D2540C42531}" type="pres">
      <dgm:prSet presAssocID="{8521E6A6-A714-4924-BD27-C93B137B1C69}" presName="textRect" presStyleLbl="revTx" presStyleIdx="2" presStyleCnt="4">
        <dgm:presLayoutVars>
          <dgm:chMax val="1"/>
          <dgm:chPref val="1"/>
        </dgm:presLayoutVars>
      </dgm:prSet>
      <dgm:spPr/>
    </dgm:pt>
    <dgm:pt modelId="{71A298D5-CC3D-4A50-B0C2-73D48E057173}" type="pres">
      <dgm:prSet presAssocID="{D25F9F56-378D-4842-84A8-03A8A57E0B6C}" presName="sibTrans" presStyleCnt="0"/>
      <dgm:spPr/>
    </dgm:pt>
    <dgm:pt modelId="{A76E2E13-DB74-4A00-B0F5-9FCD5D4494A4}" type="pres">
      <dgm:prSet presAssocID="{6B2EEDFA-4547-401C-BDCC-D5894F398765}" presName="compNode" presStyleCnt="0"/>
      <dgm:spPr/>
    </dgm:pt>
    <dgm:pt modelId="{8266F582-22D7-4DFE-831B-E9EF1B55A18A}" type="pres">
      <dgm:prSet presAssocID="{6B2EEDFA-4547-401C-BDCC-D5894F3987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E645C724-4726-487A-86CD-7E741BD6555E}" type="pres">
      <dgm:prSet presAssocID="{6B2EEDFA-4547-401C-BDCC-D5894F398765}" presName="spaceRect" presStyleCnt="0"/>
      <dgm:spPr/>
    </dgm:pt>
    <dgm:pt modelId="{8DDC413B-7369-443D-B997-D6C219C2C9AF}" type="pres">
      <dgm:prSet presAssocID="{6B2EEDFA-4547-401C-BDCC-D5894F3987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A57913-4547-4E2F-A948-B47B9C3383AA}" srcId="{D20CBA05-D2A2-4BD7-B6FE-78E76C8F01CD}" destId="{EEBD49F4-9E48-4561-986F-507FDC6E9F14}" srcOrd="0" destOrd="0" parTransId="{305F346F-0559-4D16-8324-CBC368A805D6}" sibTransId="{9A67568E-D649-48CE-9D83-FF7C73259530}"/>
    <dgm:cxn modelId="{4B52FA36-2A7B-43D7-91B2-0FDF678606EB}" type="presOf" srcId="{8521E6A6-A714-4924-BD27-C93B137B1C69}" destId="{BDBFCBC3-9950-48F2-A640-0D2540C42531}" srcOrd="0" destOrd="0" presId="urn:microsoft.com/office/officeart/2018/2/layout/IconLabelList"/>
    <dgm:cxn modelId="{538B7842-3862-4AAD-B09D-0FE50C1D37D2}" type="presOf" srcId="{6B2EEDFA-4547-401C-BDCC-D5894F398765}" destId="{8DDC413B-7369-443D-B997-D6C219C2C9AF}" srcOrd="0" destOrd="0" presId="urn:microsoft.com/office/officeart/2018/2/layout/IconLabelList"/>
    <dgm:cxn modelId="{FD7B0E43-EA19-48B2-BE3E-37AB0DAEA07A}" type="presOf" srcId="{2389E863-8A47-4603-B487-B599F31295C3}" destId="{59674F96-5778-4D6D-ADF1-F60F00528B0F}" srcOrd="0" destOrd="0" presId="urn:microsoft.com/office/officeart/2018/2/layout/IconLabelList"/>
    <dgm:cxn modelId="{F470A148-E810-44F0-9CB4-0B2CBB6662DA}" type="presOf" srcId="{D20CBA05-D2A2-4BD7-B6FE-78E76C8F01CD}" destId="{7DBEE98E-B9F0-4911-9BA1-299ADBC9F11B}" srcOrd="0" destOrd="0" presId="urn:microsoft.com/office/officeart/2018/2/layout/IconLabelList"/>
    <dgm:cxn modelId="{A9DEC97B-5FAC-4CAD-982E-C119BF3E8700}" srcId="{D20CBA05-D2A2-4BD7-B6FE-78E76C8F01CD}" destId="{8521E6A6-A714-4924-BD27-C93B137B1C69}" srcOrd="2" destOrd="0" parTransId="{32CED462-1075-4A83-89E4-A9B7172830BD}" sibTransId="{D25F9F56-378D-4842-84A8-03A8A57E0B6C}"/>
    <dgm:cxn modelId="{7D68549D-1D4D-41ED-BD26-EA2B35223823}" srcId="{D20CBA05-D2A2-4BD7-B6FE-78E76C8F01CD}" destId="{6B2EEDFA-4547-401C-BDCC-D5894F398765}" srcOrd="3" destOrd="0" parTransId="{B122C60F-1EB7-4425-9A21-23D5C91BEE27}" sibTransId="{309B8D05-D6D8-428B-B41B-59EE2C7B7702}"/>
    <dgm:cxn modelId="{B9C959AB-CDFE-48FF-8728-AA5176721974}" srcId="{D20CBA05-D2A2-4BD7-B6FE-78E76C8F01CD}" destId="{2389E863-8A47-4603-B487-B599F31295C3}" srcOrd="1" destOrd="0" parTransId="{6B9C0CC5-04EC-429F-8C2A-35A21382526B}" sibTransId="{055530DD-0AFD-4766-9E49-9D073C0628B5}"/>
    <dgm:cxn modelId="{0FD997B2-8ACF-4A9F-9D5C-66FC2EC69B94}" type="presOf" srcId="{EEBD49F4-9E48-4561-986F-507FDC6E9F14}" destId="{29A613BE-CDC3-4093-B285-967121C785D5}" srcOrd="0" destOrd="0" presId="urn:microsoft.com/office/officeart/2018/2/layout/IconLabelList"/>
    <dgm:cxn modelId="{DE6C8F56-0BA0-44D5-85B1-8331F45C943C}" type="presParOf" srcId="{7DBEE98E-B9F0-4911-9BA1-299ADBC9F11B}" destId="{4CF96B5A-D627-4792-918D-8A6059BAB99B}" srcOrd="0" destOrd="0" presId="urn:microsoft.com/office/officeart/2018/2/layout/IconLabelList"/>
    <dgm:cxn modelId="{39F6AD91-F27C-407D-A285-E9F3305813D2}" type="presParOf" srcId="{4CF96B5A-D627-4792-918D-8A6059BAB99B}" destId="{847B7B52-F340-49F6-9AF9-054AD4995529}" srcOrd="0" destOrd="0" presId="urn:microsoft.com/office/officeart/2018/2/layout/IconLabelList"/>
    <dgm:cxn modelId="{24C27956-41A6-4684-B8D9-A8DBA2093F51}" type="presParOf" srcId="{4CF96B5A-D627-4792-918D-8A6059BAB99B}" destId="{C607087E-3533-4846-8048-CD11A413C25B}" srcOrd="1" destOrd="0" presId="urn:microsoft.com/office/officeart/2018/2/layout/IconLabelList"/>
    <dgm:cxn modelId="{45EA1224-8A14-4A6F-8916-C51C9750593E}" type="presParOf" srcId="{4CF96B5A-D627-4792-918D-8A6059BAB99B}" destId="{29A613BE-CDC3-4093-B285-967121C785D5}" srcOrd="2" destOrd="0" presId="urn:microsoft.com/office/officeart/2018/2/layout/IconLabelList"/>
    <dgm:cxn modelId="{943A70D8-73FA-43FD-9477-396FCC0A80D2}" type="presParOf" srcId="{7DBEE98E-B9F0-4911-9BA1-299ADBC9F11B}" destId="{9ADA1799-4F4C-40D7-87D8-A20E3B0F901A}" srcOrd="1" destOrd="0" presId="urn:microsoft.com/office/officeart/2018/2/layout/IconLabelList"/>
    <dgm:cxn modelId="{84494204-C7D4-4EEA-8AAB-CF3646D5B453}" type="presParOf" srcId="{7DBEE98E-B9F0-4911-9BA1-299ADBC9F11B}" destId="{71FC3DE9-28D7-4407-AB24-D5D9B10565B0}" srcOrd="2" destOrd="0" presId="urn:microsoft.com/office/officeart/2018/2/layout/IconLabelList"/>
    <dgm:cxn modelId="{2BD95EA2-7AB1-46C5-867F-F56C02BAB44D}" type="presParOf" srcId="{71FC3DE9-28D7-4407-AB24-D5D9B10565B0}" destId="{89C24B5B-F320-4CA2-A445-561E1719ED32}" srcOrd="0" destOrd="0" presId="urn:microsoft.com/office/officeart/2018/2/layout/IconLabelList"/>
    <dgm:cxn modelId="{1310E816-F29D-40FC-9596-8A623A887B9A}" type="presParOf" srcId="{71FC3DE9-28D7-4407-AB24-D5D9B10565B0}" destId="{4FAC3F23-ADC6-494A-9723-DAECEDA0D790}" srcOrd="1" destOrd="0" presId="urn:microsoft.com/office/officeart/2018/2/layout/IconLabelList"/>
    <dgm:cxn modelId="{48155EA9-6490-4333-87BE-B525989D2167}" type="presParOf" srcId="{71FC3DE9-28D7-4407-AB24-D5D9B10565B0}" destId="{59674F96-5778-4D6D-ADF1-F60F00528B0F}" srcOrd="2" destOrd="0" presId="urn:microsoft.com/office/officeart/2018/2/layout/IconLabelList"/>
    <dgm:cxn modelId="{0329D202-65FA-4979-A7AA-D7E47ED559A8}" type="presParOf" srcId="{7DBEE98E-B9F0-4911-9BA1-299ADBC9F11B}" destId="{9ADEB5B7-1AD0-47F4-A982-6460496DDB06}" srcOrd="3" destOrd="0" presId="urn:microsoft.com/office/officeart/2018/2/layout/IconLabelList"/>
    <dgm:cxn modelId="{8CAB568C-DCCA-43C2-AF0C-A49185C5A756}" type="presParOf" srcId="{7DBEE98E-B9F0-4911-9BA1-299ADBC9F11B}" destId="{33E89687-581B-496E-9933-5DD8AC731D92}" srcOrd="4" destOrd="0" presId="urn:microsoft.com/office/officeart/2018/2/layout/IconLabelList"/>
    <dgm:cxn modelId="{9003DDF5-CA85-43D3-9D0A-4BFA32E2A6D5}" type="presParOf" srcId="{33E89687-581B-496E-9933-5DD8AC731D92}" destId="{EA38B6AC-01E9-4FF5-82A3-E573A88BB56C}" srcOrd="0" destOrd="0" presId="urn:microsoft.com/office/officeart/2018/2/layout/IconLabelList"/>
    <dgm:cxn modelId="{562A72AE-4866-4ED7-B2B2-47847CD30CAC}" type="presParOf" srcId="{33E89687-581B-496E-9933-5DD8AC731D92}" destId="{ED6DA322-9CE5-4EFF-98A2-FB01F8C24D3E}" srcOrd="1" destOrd="0" presId="urn:microsoft.com/office/officeart/2018/2/layout/IconLabelList"/>
    <dgm:cxn modelId="{246ACFAE-1795-4F2E-AE6F-8882F7CFE682}" type="presParOf" srcId="{33E89687-581B-496E-9933-5DD8AC731D92}" destId="{BDBFCBC3-9950-48F2-A640-0D2540C42531}" srcOrd="2" destOrd="0" presId="urn:microsoft.com/office/officeart/2018/2/layout/IconLabelList"/>
    <dgm:cxn modelId="{F95ED42F-4959-4260-92CF-9FF856C8DEA5}" type="presParOf" srcId="{7DBEE98E-B9F0-4911-9BA1-299ADBC9F11B}" destId="{71A298D5-CC3D-4A50-B0C2-73D48E057173}" srcOrd="5" destOrd="0" presId="urn:microsoft.com/office/officeart/2018/2/layout/IconLabelList"/>
    <dgm:cxn modelId="{6FE63132-0942-4176-9B59-5D6A56065877}" type="presParOf" srcId="{7DBEE98E-B9F0-4911-9BA1-299ADBC9F11B}" destId="{A76E2E13-DB74-4A00-B0F5-9FCD5D4494A4}" srcOrd="6" destOrd="0" presId="urn:microsoft.com/office/officeart/2018/2/layout/IconLabelList"/>
    <dgm:cxn modelId="{7C1B10B8-6B85-4208-9A16-E9F34E98F5A6}" type="presParOf" srcId="{A76E2E13-DB74-4A00-B0F5-9FCD5D4494A4}" destId="{8266F582-22D7-4DFE-831B-E9EF1B55A18A}" srcOrd="0" destOrd="0" presId="urn:microsoft.com/office/officeart/2018/2/layout/IconLabelList"/>
    <dgm:cxn modelId="{45C539FD-E539-4C81-A40E-F2EBDB199ACC}" type="presParOf" srcId="{A76E2E13-DB74-4A00-B0F5-9FCD5D4494A4}" destId="{E645C724-4726-487A-86CD-7E741BD6555E}" srcOrd="1" destOrd="0" presId="urn:microsoft.com/office/officeart/2018/2/layout/IconLabelList"/>
    <dgm:cxn modelId="{1F324C96-D089-4145-ABBC-D3D0861556EC}" type="presParOf" srcId="{A76E2E13-DB74-4A00-B0F5-9FCD5D4494A4}" destId="{8DDC413B-7369-443D-B997-D6C219C2C9A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0CBA05-D2A2-4BD7-B6FE-78E76C8F01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BD49F4-9E48-4561-986F-507FDC6E9F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 </a:t>
          </a:r>
          <a:r>
            <a:rPr lang="en-US" b="1"/>
            <a:t>Stock Analysis Service</a:t>
          </a:r>
          <a:r>
            <a:rPr lang="en-US"/>
            <a:t> (data ingestion + metrics)</a:t>
          </a:r>
        </a:p>
      </dgm:t>
    </dgm:pt>
    <dgm:pt modelId="{305F346F-0559-4D16-8324-CBC368A805D6}" type="parTrans" cxnId="{ACA57913-4547-4E2F-A948-B47B9C3383AA}">
      <dgm:prSet/>
      <dgm:spPr/>
      <dgm:t>
        <a:bodyPr/>
        <a:lstStyle/>
        <a:p>
          <a:endParaRPr lang="en-US"/>
        </a:p>
      </dgm:t>
    </dgm:pt>
    <dgm:pt modelId="{9A67568E-D649-48CE-9D83-FF7C73259530}" type="sibTrans" cxnId="{ACA57913-4547-4E2F-A948-B47B9C3383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89E863-8A47-4603-B487-B599F3129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 up </a:t>
          </a:r>
          <a:r>
            <a:rPr lang="en-US" b="1"/>
            <a:t>Portfolio Management Service</a:t>
          </a:r>
          <a:r>
            <a:rPr lang="en-US"/>
            <a:t> (</a:t>
          </a:r>
          <a:r>
            <a:rPr lang="en-US" b="0"/>
            <a:t>link </a:t>
          </a:r>
          <a:r>
            <a:rPr lang="en-US"/>
            <a:t>to </a:t>
          </a:r>
          <a:r>
            <a:rPr lang="en-US" b="0"/>
            <a:t>user data</a:t>
          </a:r>
          <a:r>
            <a:rPr lang="en-US"/>
            <a:t>)</a:t>
          </a:r>
        </a:p>
      </dgm:t>
    </dgm:pt>
    <dgm:pt modelId="{6B9C0CC5-04EC-429F-8C2A-35A21382526B}" type="parTrans" cxnId="{B9C959AB-CDFE-48FF-8728-AA5176721974}">
      <dgm:prSet/>
      <dgm:spPr/>
      <dgm:t>
        <a:bodyPr/>
        <a:lstStyle/>
        <a:p>
          <a:endParaRPr lang="en-US"/>
        </a:p>
      </dgm:t>
    </dgm:pt>
    <dgm:pt modelId="{055530DD-0AFD-4766-9E49-9D073C0628B5}" type="sibTrans" cxnId="{B9C959AB-CDFE-48FF-8728-AA51767219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21E6A6-A714-4924-BD27-C93B137B1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 </a:t>
          </a:r>
          <a:r>
            <a:rPr lang="en-US" b="1"/>
            <a:t>data persistence redundancy</a:t>
          </a:r>
          <a:r>
            <a:rPr lang="en-US" b="0"/>
            <a:t> </a:t>
          </a:r>
          <a:r>
            <a:rPr lang="en-US"/>
            <a:t>and</a:t>
          </a:r>
          <a:r>
            <a:rPr lang="en-US" b="0"/>
            <a:t> validation logic</a:t>
          </a:r>
          <a:endParaRPr lang="en-US"/>
        </a:p>
      </dgm:t>
    </dgm:pt>
    <dgm:pt modelId="{32CED462-1075-4A83-89E4-A9B7172830BD}" type="parTrans" cxnId="{A9DEC97B-5FAC-4CAD-982E-C119BF3E8700}">
      <dgm:prSet/>
      <dgm:spPr/>
      <dgm:t>
        <a:bodyPr/>
        <a:lstStyle/>
        <a:p>
          <a:endParaRPr lang="en-US"/>
        </a:p>
      </dgm:t>
    </dgm:pt>
    <dgm:pt modelId="{D25F9F56-378D-4842-84A8-03A8A57E0B6C}" type="sibTrans" cxnId="{A9DEC97B-5FAC-4CAD-982E-C119BF3E87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7C4896-58FF-496B-A3CB-714BE7ABA95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Connect </a:t>
          </a:r>
          <a:r>
            <a:rPr lang="en-US" b="1"/>
            <a:t>market data APIs</a:t>
          </a:r>
          <a:endParaRPr lang="en-US"/>
        </a:p>
      </dgm:t>
    </dgm:pt>
    <dgm:pt modelId="{59CCEF50-0422-4FDA-8DDE-6976FEE3C79D}" type="parTrans" cxnId="{E09AFA75-C4DA-4415-9054-9EE97180402A}">
      <dgm:prSet/>
      <dgm:spPr/>
    </dgm:pt>
    <dgm:pt modelId="{9FC73215-5A57-436B-B153-FDDAF20A7A44}" type="sibTrans" cxnId="{E09AFA75-C4DA-4415-9054-9EE97180402A}">
      <dgm:prSet/>
      <dgm:spPr/>
    </dgm:pt>
    <dgm:pt modelId="{7DBEE98E-B9F0-4911-9BA1-299ADBC9F11B}" type="pres">
      <dgm:prSet presAssocID="{D20CBA05-D2A2-4BD7-B6FE-78E76C8F01CD}" presName="root" presStyleCnt="0">
        <dgm:presLayoutVars>
          <dgm:dir/>
          <dgm:resizeHandles val="exact"/>
        </dgm:presLayoutVars>
      </dgm:prSet>
      <dgm:spPr/>
    </dgm:pt>
    <dgm:pt modelId="{4CF96B5A-D627-4792-918D-8A6059BAB99B}" type="pres">
      <dgm:prSet presAssocID="{EEBD49F4-9E48-4561-986F-507FDC6E9F14}" presName="compNode" presStyleCnt="0"/>
      <dgm:spPr/>
    </dgm:pt>
    <dgm:pt modelId="{847B7B52-F340-49F6-9AF9-054AD4995529}" type="pres">
      <dgm:prSet presAssocID="{EEBD49F4-9E48-4561-986F-507FDC6E9F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07087E-3533-4846-8048-CD11A413C25B}" type="pres">
      <dgm:prSet presAssocID="{EEBD49F4-9E48-4561-986F-507FDC6E9F14}" presName="spaceRect" presStyleCnt="0"/>
      <dgm:spPr/>
    </dgm:pt>
    <dgm:pt modelId="{29A613BE-CDC3-4093-B285-967121C785D5}" type="pres">
      <dgm:prSet presAssocID="{EEBD49F4-9E48-4561-986F-507FDC6E9F14}" presName="textRect" presStyleLbl="revTx" presStyleIdx="0" presStyleCnt="4">
        <dgm:presLayoutVars>
          <dgm:chMax val="1"/>
          <dgm:chPref val="1"/>
        </dgm:presLayoutVars>
      </dgm:prSet>
      <dgm:spPr/>
    </dgm:pt>
    <dgm:pt modelId="{9ADA1799-4F4C-40D7-87D8-A20E3B0F901A}" type="pres">
      <dgm:prSet presAssocID="{9A67568E-D649-48CE-9D83-FF7C73259530}" presName="sibTrans" presStyleCnt="0"/>
      <dgm:spPr/>
    </dgm:pt>
    <dgm:pt modelId="{B3960439-632E-43A0-8188-75848CFD5694}" type="pres">
      <dgm:prSet presAssocID="{C17C4896-58FF-496B-A3CB-714BE7ABA95D}" presName="compNode" presStyleCnt="0"/>
      <dgm:spPr/>
    </dgm:pt>
    <dgm:pt modelId="{F7C2CC67-BED3-45A4-AAE7-53D43EA50F48}" type="pres">
      <dgm:prSet presAssocID="{C17C4896-58FF-496B-A3CB-714BE7ABA9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llect &amp; Connect: Focus on Latin America - ORCID"/>
        </a:ext>
      </dgm:extLst>
    </dgm:pt>
    <dgm:pt modelId="{8D84723E-4CFB-47AC-B93A-6F964F3D1076}" type="pres">
      <dgm:prSet presAssocID="{C17C4896-58FF-496B-A3CB-714BE7ABA95D}" presName="spaceRect" presStyleCnt="0"/>
      <dgm:spPr/>
    </dgm:pt>
    <dgm:pt modelId="{970A0BF5-165B-45B4-817A-CF60EE60AA1B}" type="pres">
      <dgm:prSet presAssocID="{C17C4896-58FF-496B-A3CB-714BE7ABA95D}" presName="textRect" presStyleLbl="revTx" presStyleIdx="1" presStyleCnt="4">
        <dgm:presLayoutVars>
          <dgm:chMax val="1"/>
          <dgm:chPref val="1"/>
        </dgm:presLayoutVars>
      </dgm:prSet>
      <dgm:spPr/>
    </dgm:pt>
    <dgm:pt modelId="{5A1C4750-0765-4FCD-A125-D6BC7DC6C8DC}" type="pres">
      <dgm:prSet presAssocID="{9FC73215-5A57-436B-B153-FDDAF20A7A44}" presName="sibTrans" presStyleCnt="0"/>
      <dgm:spPr/>
    </dgm:pt>
    <dgm:pt modelId="{71FC3DE9-28D7-4407-AB24-D5D9B10565B0}" type="pres">
      <dgm:prSet presAssocID="{2389E863-8A47-4603-B487-B599F31295C3}" presName="compNode" presStyleCnt="0"/>
      <dgm:spPr/>
    </dgm:pt>
    <dgm:pt modelId="{89C24B5B-F320-4CA2-A445-561E1719ED32}" type="pres">
      <dgm:prSet presAssocID="{2389E863-8A47-4603-B487-B599F31295C3}" presName="iconRect" presStyleLbl="node1" presStyleIdx="2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AC3F23-ADC6-494A-9723-DAECEDA0D790}" type="pres">
      <dgm:prSet presAssocID="{2389E863-8A47-4603-B487-B599F31295C3}" presName="spaceRect" presStyleCnt="0"/>
      <dgm:spPr/>
    </dgm:pt>
    <dgm:pt modelId="{59674F96-5778-4D6D-ADF1-F60F00528B0F}" type="pres">
      <dgm:prSet presAssocID="{2389E863-8A47-4603-B487-B599F31295C3}" presName="textRect" presStyleLbl="revTx" presStyleIdx="2" presStyleCnt="4">
        <dgm:presLayoutVars>
          <dgm:chMax val="1"/>
          <dgm:chPref val="1"/>
        </dgm:presLayoutVars>
      </dgm:prSet>
      <dgm:spPr/>
    </dgm:pt>
    <dgm:pt modelId="{9ADEB5B7-1AD0-47F4-A982-6460496DDB06}" type="pres">
      <dgm:prSet presAssocID="{055530DD-0AFD-4766-9E49-9D073C0628B5}" presName="sibTrans" presStyleCnt="0"/>
      <dgm:spPr/>
    </dgm:pt>
    <dgm:pt modelId="{33E89687-581B-496E-9933-5DD8AC731D92}" type="pres">
      <dgm:prSet presAssocID="{8521E6A6-A714-4924-BD27-C93B137B1C69}" presName="compNode" presStyleCnt="0"/>
      <dgm:spPr/>
    </dgm:pt>
    <dgm:pt modelId="{EA38B6AC-01E9-4FF5-82A3-E573A88BB56C}" type="pres">
      <dgm:prSet presAssocID="{8521E6A6-A714-4924-BD27-C93B137B1C69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D6DA322-9CE5-4EFF-98A2-FB01F8C24D3E}" type="pres">
      <dgm:prSet presAssocID="{8521E6A6-A714-4924-BD27-C93B137B1C69}" presName="spaceRect" presStyleCnt="0"/>
      <dgm:spPr/>
    </dgm:pt>
    <dgm:pt modelId="{BDBFCBC3-9950-48F2-A640-0D2540C42531}" type="pres">
      <dgm:prSet presAssocID="{8521E6A6-A714-4924-BD27-C93B137B1C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CA57913-4547-4E2F-A948-B47B9C3383AA}" srcId="{D20CBA05-D2A2-4BD7-B6FE-78E76C8F01CD}" destId="{EEBD49F4-9E48-4561-986F-507FDC6E9F14}" srcOrd="0" destOrd="0" parTransId="{305F346F-0559-4D16-8324-CBC368A805D6}" sibTransId="{9A67568E-D649-48CE-9D83-FF7C73259530}"/>
    <dgm:cxn modelId="{F470A148-E810-44F0-9CB4-0B2CBB6662DA}" type="presOf" srcId="{D20CBA05-D2A2-4BD7-B6FE-78E76C8F01CD}" destId="{7DBEE98E-B9F0-4911-9BA1-299ADBC9F11B}" srcOrd="0" destOrd="0" presId="urn:microsoft.com/office/officeart/2018/2/layout/IconLabelList"/>
    <dgm:cxn modelId="{6814066F-3A34-4A44-8854-89B0A4EE5BF7}" type="presOf" srcId="{8521E6A6-A714-4924-BD27-C93B137B1C69}" destId="{BDBFCBC3-9950-48F2-A640-0D2540C42531}" srcOrd="0" destOrd="0" presId="urn:microsoft.com/office/officeart/2018/2/layout/IconLabelList"/>
    <dgm:cxn modelId="{E09AFA75-C4DA-4415-9054-9EE97180402A}" srcId="{D20CBA05-D2A2-4BD7-B6FE-78E76C8F01CD}" destId="{C17C4896-58FF-496B-A3CB-714BE7ABA95D}" srcOrd="1" destOrd="0" parTransId="{59CCEF50-0422-4FDA-8DDE-6976FEE3C79D}" sibTransId="{9FC73215-5A57-436B-B153-FDDAF20A7A44}"/>
    <dgm:cxn modelId="{A9DEC97B-5FAC-4CAD-982E-C119BF3E8700}" srcId="{D20CBA05-D2A2-4BD7-B6FE-78E76C8F01CD}" destId="{8521E6A6-A714-4924-BD27-C93B137B1C69}" srcOrd="3" destOrd="0" parTransId="{32CED462-1075-4A83-89E4-A9B7172830BD}" sibTransId="{D25F9F56-378D-4842-84A8-03A8A57E0B6C}"/>
    <dgm:cxn modelId="{B9C959AB-CDFE-48FF-8728-AA5176721974}" srcId="{D20CBA05-D2A2-4BD7-B6FE-78E76C8F01CD}" destId="{2389E863-8A47-4603-B487-B599F31295C3}" srcOrd="2" destOrd="0" parTransId="{6B9C0CC5-04EC-429F-8C2A-35A21382526B}" sibTransId="{055530DD-0AFD-4766-9E49-9D073C0628B5}"/>
    <dgm:cxn modelId="{B7B087AD-7D6B-4C7B-AA45-8ABFB71C2F59}" type="presOf" srcId="{C17C4896-58FF-496B-A3CB-714BE7ABA95D}" destId="{970A0BF5-165B-45B4-817A-CF60EE60AA1B}" srcOrd="0" destOrd="0" presId="urn:microsoft.com/office/officeart/2018/2/layout/IconLabelList"/>
    <dgm:cxn modelId="{DB703FCB-CD2F-4FF4-96C3-E2BC9F3F39AF}" type="presOf" srcId="{2389E863-8A47-4603-B487-B599F31295C3}" destId="{59674F96-5778-4D6D-ADF1-F60F00528B0F}" srcOrd="0" destOrd="0" presId="urn:microsoft.com/office/officeart/2018/2/layout/IconLabelList"/>
    <dgm:cxn modelId="{9DCF76FB-02B3-4CF3-8F6D-FC73A7D20F86}" type="presOf" srcId="{EEBD49F4-9E48-4561-986F-507FDC6E9F14}" destId="{29A613BE-CDC3-4093-B285-967121C785D5}" srcOrd="0" destOrd="0" presId="urn:microsoft.com/office/officeart/2018/2/layout/IconLabelList"/>
    <dgm:cxn modelId="{67B6C053-A762-4D6A-845A-6C623A313BB6}" type="presParOf" srcId="{7DBEE98E-B9F0-4911-9BA1-299ADBC9F11B}" destId="{4CF96B5A-D627-4792-918D-8A6059BAB99B}" srcOrd="0" destOrd="0" presId="urn:microsoft.com/office/officeart/2018/2/layout/IconLabelList"/>
    <dgm:cxn modelId="{97696F29-EC14-4109-9691-043A7455B1C4}" type="presParOf" srcId="{4CF96B5A-D627-4792-918D-8A6059BAB99B}" destId="{847B7B52-F340-49F6-9AF9-054AD4995529}" srcOrd="0" destOrd="0" presId="urn:microsoft.com/office/officeart/2018/2/layout/IconLabelList"/>
    <dgm:cxn modelId="{83A0C9B7-D872-4FB3-9790-EC42DD94AB4F}" type="presParOf" srcId="{4CF96B5A-D627-4792-918D-8A6059BAB99B}" destId="{C607087E-3533-4846-8048-CD11A413C25B}" srcOrd="1" destOrd="0" presId="urn:microsoft.com/office/officeart/2018/2/layout/IconLabelList"/>
    <dgm:cxn modelId="{3901E373-4C35-4996-AE41-58B1B8B864ED}" type="presParOf" srcId="{4CF96B5A-D627-4792-918D-8A6059BAB99B}" destId="{29A613BE-CDC3-4093-B285-967121C785D5}" srcOrd="2" destOrd="0" presId="urn:microsoft.com/office/officeart/2018/2/layout/IconLabelList"/>
    <dgm:cxn modelId="{FB2C5C1D-F45F-488E-96FE-A953139A8D5B}" type="presParOf" srcId="{7DBEE98E-B9F0-4911-9BA1-299ADBC9F11B}" destId="{9ADA1799-4F4C-40D7-87D8-A20E3B0F901A}" srcOrd="1" destOrd="0" presId="urn:microsoft.com/office/officeart/2018/2/layout/IconLabelList"/>
    <dgm:cxn modelId="{7A35784A-FB1D-412E-9C9B-5D8702C50F8A}" type="presParOf" srcId="{7DBEE98E-B9F0-4911-9BA1-299ADBC9F11B}" destId="{B3960439-632E-43A0-8188-75848CFD5694}" srcOrd="2" destOrd="0" presId="urn:microsoft.com/office/officeart/2018/2/layout/IconLabelList"/>
    <dgm:cxn modelId="{9E272F1B-E667-4EE4-97CC-4980D4D43A78}" type="presParOf" srcId="{B3960439-632E-43A0-8188-75848CFD5694}" destId="{F7C2CC67-BED3-45A4-AAE7-53D43EA50F48}" srcOrd="0" destOrd="0" presId="urn:microsoft.com/office/officeart/2018/2/layout/IconLabelList"/>
    <dgm:cxn modelId="{0E65E433-1CFC-4C73-964D-DDC7732DCC93}" type="presParOf" srcId="{B3960439-632E-43A0-8188-75848CFD5694}" destId="{8D84723E-4CFB-47AC-B93A-6F964F3D1076}" srcOrd="1" destOrd="0" presId="urn:microsoft.com/office/officeart/2018/2/layout/IconLabelList"/>
    <dgm:cxn modelId="{96655D45-E736-4E9D-B119-95BB0AE4F848}" type="presParOf" srcId="{B3960439-632E-43A0-8188-75848CFD5694}" destId="{970A0BF5-165B-45B4-817A-CF60EE60AA1B}" srcOrd="2" destOrd="0" presId="urn:microsoft.com/office/officeart/2018/2/layout/IconLabelList"/>
    <dgm:cxn modelId="{2117355E-43A9-4E0F-AA15-A4FB84B6543E}" type="presParOf" srcId="{7DBEE98E-B9F0-4911-9BA1-299ADBC9F11B}" destId="{5A1C4750-0765-4FCD-A125-D6BC7DC6C8DC}" srcOrd="3" destOrd="0" presId="urn:microsoft.com/office/officeart/2018/2/layout/IconLabelList"/>
    <dgm:cxn modelId="{649AD752-CFE9-4C7C-9FC9-EFFDD1678712}" type="presParOf" srcId="{7DBEE98E-B9F0-4911-9BA1-299ADBC9F11B}" destId="{71FC3DE9-28D7-4407-AB24-D5D9B10565B0}" srcOrd="4" destOrd="0" presId="urn:microsoft.com/office/officeart/2018/2/layout/IconLabelList"/>
    <dgm:cxn modelId="{1EE1E795-6DAB-4E13-A501-7909A1560696}" type="presParOf" srcId="{71FC3DE9-28D7-4407-AB24-D5D9B10565B0}" destId="{89C24B5B-F320-4CA2-A445-561E1719ED32}" srcOrd="0" destOrd="0" presId="urn:microsoft.com/office/officeart/2018/2/layout/IconLabelList"/>
    <dgm:cxn modelId="{41E08902-E4C4-40F6-B174-A4D647B9EB66}" type="presParOf" srcId="{71FC3DE9-28D7-4407-AB24-D5D9B10565B0}" destId="{4FAC3F23-ADC6-494A-9723-DAECEDA0D790}" srcOrd="1" destOrd="0" presId="urn:microsoft.com/office/officeart/2018/2/layout/IconLabelList"/>
    <dgm:cxn modelId="{8C647BEC-4752-4395-AB3A-2DC2B7A95705}" type="presParOf" srcId="{71FC3DE9-28D7-4407-AB24-D5D9B10565B0}" destId="{59674F96-5778-4D6D-ADF1-F60F00528B0F}" srcOrd="2" destOrd="0" presId="urn:microsoft.com/office/officeart/2018/2/layout/IconLabelList"/>
    <dgm:cxn modelId="{3E5ABBA6-2E28-48BE-B8D1-F60A4E3E0AA7}" type="presParOf" srcId="{7DBEE98E-B9F0-4911-9BA1-299ADBC9F11B}" destId="{9ADEB5B7-1AD0-47F4-A982-6460496DDB06}" srcOrd="5" destOrd="0" presId="urn:microsoft.com/office/officeart/2018/2/layout/IconLabelList"/>
    <dgm:cxn modelId="{2AA51EF1-8974-4DF9-8726-6A2A6DECC0A7}" type="presParOf" srcId="{7DBEE98E-B9F0-4911-9BA1-299ADBC9F11B}" destId="{33E89687-581B-496E-9933-5DD8AC731D92}" srcOrd="6" destOrd="0" presId="urn:microsoft.com/office/officeart/2018/2/layout/IconLabelList"/>
    <dgm:cxn modelId="{2C7CCA8C-E78D-47FD-AAEA-E068AEB827A0}" type="presParOf" srcId="{33E89687-581B-496E-9933-5DD8AC731D92}" destId="{EA38B6AC-01E9-4FF5-82A3-E573A88BB56C}" srcOrd="0" destOrd="0" presId="urn:microsoft.com/office/officeart/2018/2/layout/IconLabelList"/>
    <dgm:cxn modelId="{0FF65767-C062-4849-9832-BF7E7CE4632D}" type="presParOf" srcId="{33E89687-581B-496E-9933-5DD8AC731D92}" destId="{ED6DA322-9CE5-4EFF-98A2-FB01F8C24D3E}" srcOrd="1" destOrd="0" presId="urn:microsoft.com/office/officeart/2018/2/layout/IconLabelList"/>
    <dgm:cxn modelId="{456A103F-22A7-4DB6-99C4-D56C0669762E}" type="presParOf" srcId="{33E89687-581B-496E-9933-5DD8AC731D92}" destId="{BDBFCBC3-9950-48F2-A640-0D2540C425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0CBA05-D2A2-4BD7-B6FE-78E76C8F01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BD49F4-9E48-4561-986F-507FDC6E9F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 </a:t>
          </a:r>
          <a:r>
            <a:rPr lang="en-US" b="1"/>
            <a:t>Market News &amp; Sentiment Service</a:t>
          </a:r>
          <a:r>
            <a:rPr lang="en-US"/>
            <a:t> (API</a:t>
          </a:r>
          <a:r>
            <a:rPr lang="en-US">
              <a:latin typeface="Aptos Display" panose="02110004020202020204"/>
            </a:rPr>
            <a:t>)</a:t>
          </a:r>
          <a:endParaRPr lang="en-US"/>
        </a:p>
      </dgm:t>
    </dgm:pt>
    <dgm:pt modelId="{305F346F-0559-4D16-8324-CBC368A805D6}" type="parTrans" cxnId="{ACA57913-4547-4E2F-A948-B47B9C3383AA}">
      <dgm:prSet/>
      <dgm:spPr/>
      <dgm:t>
        <a:bodyPr/>
        <a:lstStyle/>
        <a:p>
          <a:endParaRPr lang="en-US"/>
        </a:p>
      </dgm:t>
    </dgm:pt>
    <dgm:pt modelId="{9A67568E-D649-48CE-9D83-FF7C73259530}" type="sibTrans" cxnId="{ACA57913-4547-4E2F-A948-B47B9C3383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89E863-8A47-4603-B487-B599F3129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Develop </a:t>
          </a:r>
          <a:r>
            <a:rPr lang="en-US" b="1"/>
            <a:t>Alert &amp; Notification Service</a:t>
          </a:r>
          <a:r>
            <a:rPr lang="en-US"/>
            <a:t> (</a:t>
          </a:r>
          <a:r>
            <a:rPr lang="en-US" b="0"/>
            <a:t>event-driven triggers</a:t>
          </a:r>
          <a:r>
            <a:rPr lang="en-US"/>
            <a:t>)</a:t>
          </a:r>
        </a:p>
      </dgm:t>
    </dgm:pt>
    <dgm:pt modelId="{6B9C0CC5-04EC-429F-8C2A-35A21382526B}" type="parTrans" cxnId="{B9C959AB-CDFE-48FF-8728-AA5176721974}">
      <dgm:prSet/>
      <dgm:spPr/>
      <dgm:t>
        <a:bodyPr/>
        <a:lstStyle/>
        <a:p>
          <a:endParaRPr lang="en-US"/>
        </a:p>
      </dgm:t>
    </dgm:pt>
    <dgm:pt modelId="{055530DD-0AFD-4766-9E49-9D073C0628B5}" type="sibTrans" cxnId="{B9C959AB-CDFE-48FF-8728-AA51767219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21E6A6-A714-4924-BD27-C93B137B1C69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0"/>
            <a:t>Enable </a:t>
          </a:r>
          <a:r>
            <a:rPr lang="en-US" b="1"/>
            <a:t>low-latency data delivery</a:t>
          </a:r>
          <a:r>
            <a:rPr lang="en-US" b="0"/>
            <a:t> for dashboards</a:t>
          </a:r>
          <a:endParaRPr lang="en-US"/>
        </a:p>
      </dgm:t>
    </dgm:pt>
    <dgm:pt modelId="{32CED462-1075-4A83-89E4-A9B7172830BD}" type="parTrans" cxnId="{A9DEC97B-5FAC-4CAD-982E-C119BF3E8700}">
      <dgm:prSet/>
      <dgm:spPr/>
      <dgm:t>
        <a:bodyPr/>
        <a:lstStyle/>
        <a:p>
          <a:endParaRPr lang="en-US"/>
        </a:p>
      </dgm:t>
    </dgm:pt>
    <dgm:pt modelId="{D25F9F56-378D-4842-84A8-03A8A57E0B6C}" type="sibTrans" cxnId="{A9DEC97B-5FAC-4CAD-982E-C119BF3E87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0D3E9D-8BAF-4ED7-80DE-FD7D6DC8980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 </a:t>
          </a:r>
          <a:r>
            <a:rPr lang="en-US" b="1"/>
            <a:t>fault tolerance, retry logic, and caching</a:t>
          </a:r>
          <a:endParaRPr lang="en-US"/>
        </a:p>
      </dgm:t>
    </dgm:pt>
    <dgm:pt modelId="{660916AB-9EB1-402D-87BE-100C0A313B16}" type="parTrans" cxnId="{2F6975D3-07A0-4AF0-8389-A148F656F34B}">
      <dgm:prSet/>
      <dgm:spPr/>
    </dgm:pt>
    <dgm:pt modelId="{E6D613BF-118B-4109-82F7-0B97D4C84528}" type="sibTrans" cxnId="{2F6975D3-07A0-4AF0-8389-A148F656F34B}">
      <dgm:prSet/>
      <dgm:spPr/>
    </dgm:pt>
    <dgm:pt modelId="{7DBEE98E-B9F0-4911-9BA1-299ADBC9F11B}" type="pres">
      <dgm:prSet presAssocID="{D20CBA05-D2A2-4BD7-B6FE-78E76C8F01CD}" presName="root" presStyleCnt="0">
        <dgm:presLayoutVars>
          <dgm:dir/>
          <dgm:resizeHandles val="exact"/>
        </dgm:presLayoutVars>
      </dgm:prSet>
      <dgm:spPr/>
    </dgm:pt>
    <dgm:pt modelId="{4CF96B5A-D627-4792-918D-8A6059BAB99B}" type="pres">
      <dgm:prSet presAssocID="{EEBD49F4-9E48-4561-986F-507FDC6E9F14}" presName="compNode" presStyleCnt="0"/>
      <dgm:spPr/>
    </dgm:pt>
    <dgm:pt modelId="{847B7B52-F340-49F6-9AF9-054AD4995529}" type="pres">
      <dgm:prSet presAssocID="{EEBD49F4-9E48-4561-986F-507FDC6E9F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07087E-3533-4846-8048-CD11A413C25B}" type="pres">
      <dgm:prSet presAssocID="{EEBD49F4-9E48-4561-986F-507FDC6E9F14}" presName="spaceRect" presStyleCnt="0"/>
      <dgm:spPr/>
    </dgm:pt>
    <dgm:pt modelId="{29A613BE-CDC3-4093-B285-967121C785D5}" type="pres">
      <dgm:prSet presAssocID="{EEBD49F4-9E48-4561-986F-507FDC6E9F14}" presName="textRect" presStyleLbl="revTx" presStyleIdx="0" presStyleCnt="4">
        <dgm:presLayoutVars>
          <dgm:chMax val="1"/>
          <dgm:chPref val="1"/>
        </dgm:presLayoutVars>
      </dgm:prSet>
      <dgm:spPr/>
    </dgm:pt>
    <dgm:pt modelId="{9ADA1799-4F4C-40D7-87D8-A20E3B0F901A}" type="pres">
      <dgm:prSet presAssocID="{9A67568E-D649-48CE-9D83-FF7C73259530}" presName="sibTrans" presStyleCnt="0"/>
      <dgm:spPr/>
    </dgm:pt>
    <dgm:pt modelId="{71FC3DE9-28D7-4407-AB24-D5D9B10565B0}" type="pres">
      <dgm:prSet presAssocID="{2389E863-8A47-4603-B487-B599F31295C3}" presName="compNode" presStyleCnt="0"/>
      <dgm:spPr/>
    </dgm:pt>
    <dgm:pt modelId="{89C24B5B-F320-4CA2-A445-561E1719ED32}" type="pres">
      <dgm:prSet presAssocID="{2389E863-8A47-4603-B487-B599F31295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AC3F23-ADC6-494A-9723-DAECEDA0D790}" type="pres">
      <dgm:prSet presAssocID="{2389E863-8A47-4603-B487-B599F31295C3}" presName="spaceRect" presStyleCnt="0"/>
      <dgm:spPr/>
    </dgm:pt>
    <dgm:pt modelId="{59674F96-5778-4D6D-ADF1-F60F00528B0F}" type="pres">
      <dgm:prSet presAssocID="{2389E863-8A47-4603-B487-B599F31295C3}" presName="textRect" presStyleLbl="revTx" presStyleIdx="1" presStyleCnt="4">
        <dgm:presLayoutVars>
          <dgm:chMax val="1"/>
          <dgm:chPref val="1"/>
        </dgm:presLayoutVars>
      </dgm:prSet>
      <dgm:spPr/>
    </dgm:pt>
    <dgm:pt modelId="{9ADEB5B7-1AD0-47F4-A982-6460496DDB06}" type="pres">
      <dgm:prSet presAssocID="{055530DD-0AFD-4766-9E49-9D073C0628B5}" presName="sibTrans" presStyleCnt="0"/>
      <dgm:spPr/>
    </dgm:pt>
    <dgm:pt modelId="{E5E5E9E3-A779-4A13-84B5-F833BA646BD0}" type="pres">
      <dgm:prSet presAssocID="{240D3E9D-8BAF-4ED7-80DE-FD7D6DC89801}" presName="compNode" presStyleCnt="0"/>
      <dgm:spPr/>
    </dgm:pt>
    <dgm:pt modelId="{3989B660-9110-4995-81FC-539C381D5F64}" type="pres">
      <dgm:prSet presAssocID="{240D3E9D-8BAF-4ED7-80DE-FD7D6DC8980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uridad Cibernética De · Imagen gratis en Pixabay"/>
        </a:ext>
      </dgm:extLst>
    </dgm:pt>
    <dgm:pt modelId="{DBE093CF-23EC-42CC-B3F8-5047AA5185B6}" type="pres">
      <dgm:prSet presAssocID="{240D3E9D-8BAF-4ED7-80DE-FD7D6DC89801}" presName="spaceRect" presStyleCnt="0"/>
      <dgm:spPr/>
    </dgm:pt>
    <dgm:pt modelId="{7207A4AC-3F3E-462C-AF4C-83C29C31BB4E}" type="pres">
      <dgm:prSet presAssocID="{240D3E9D-8BAF-4ED7-80DE-FD7D6DC89801}" presName="textRect" presStyleLbl="revTx" presStyleIdx="2" presStyleCnt="4">
        <dgm:presLayoutVars>
          <dgm:chMax val="1"/>
          <dgm:chPref val="1"/>
        </dgm:presLayoutVars>
      </dgm:prSet>
      <dgm:spPr/>
    </dgm:pt>
    <dgm:pt modelId="{98782E83-6B6B-40C5-B00E-BCE300A58080}" type="pres">
      <dgm:prSet presAssocID="{E6D613BF-118B-4109-82F7-0B97D4C84528}" presName="sibTrans" presStyleCnt="0"/>
      <dgm:spPr/>
    </dgm:pt>
    <dgm:pt modelId="{33E89687-581B-496E-9933-5DD8AC731D92}" type="pres">
      <dgm:prSet presAssocID="{8521E6A6-A714-4924-BD27-C93B137B1C69}" presName="compNode" presStyleCnt="0"/>
      <dgm:spPr/>
    </dgm:pt>
    <dgm:pt modelId="{EA38B6AC-01E9-4FF5-82A3-E573A88BB56C}" type="pres">
      <dgm:prSet presAssocID="{8521E6A6-A714-4924-BD27-C93B137B1C69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D6DA322-9CE5-4EFF-98A2-FB01F8C24D3E}" type="pres">
      <dgm:prSet presAssocID="{8521E6A6-A714-4924-BD27-C93B137B1C69}" presName="spaceRect" presStyleCnt="0"/>
      <dgm:spPr/>
    </dgm:pt>
    <dgm:pt modelId="{BDBFCBC3-9950-48F2-A640-0D2540C42531}" type="pres">
      <dgm:prSet presAssocID="{8521E6A6-A714-4924-BD27-C93B137B1C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0DA600-C611-43FD-AA31-9C86B1820E77}" type="presOf" srcId="{2389E863-8A47-4603-B487-B599F31295C3}" destId="{59674F96-5778-4D6D-ADF1-F60F00528B0F}" srcOrd="0" destOrd="0" presId="urn:microsoft.com/office/officeart/2018/2/layout/IconLabelList"/>
    <dgm:cxn modelId="{ACA57913-4547-4E2F-A948-B47B9C3383AA}" srcId="{D20CBA05-D2A2-4BD7-B6FE-78E76C8F01CD}" destId="{EEBD49F4-9E48-4561-986F-507FDC6E9F14}" srcOrd="0" destOrd="0" parTransId="{305F346F-0559-4D16-8324-CBC368A805D6}" sibTransId="{9A67568E-D649-48CE-9D83-FF7C73259530}"/>
    <dgm:cxn modelId="{A59E371D-227A-4FD5-A318-639116B87E60}" type="presOf" srcId="{240D3E9D-8BAF-4ED7-80DE-FD7D6DC89801}" destId="{7207A4AC-3F3E-462C-AF4C-83C29C31BB4E}" srcOrd="0" destOrd="0" presId="urn:microsoft.com/office/officeart/2018/2/layout/IconLabelList"/>
    <dgm:cxn modelId="{F470A148-E810-44F0-9CB4-0B2CBB6662DA}" type="presOf" srcId="{D20CBA05-D2A2-4BD7-B6FE-78E76C8F01CD}" destId="{7DBEE98E-B9F0-4911-9BA1-299ADBC9F11B}" srcOrd="0" destOrd="0" presId="urn:microsoft.com/office/officeart/2018/2/layout/IconLabelList"/>
    <dgm:cxn modelId="{A9DEC97B-5FAC-4CAD-982E-C119BF3E8700}" srcId="{D20CBA05-D2A2-4BD7-B6FE-78E76C8F01CD}" destId="{8521E6A6-A714-4924-BD27-C93B137B1C69}" srcOrd="3" destOrd="0" parTransId="{32CED462-1075-4A83-89E4-A9B7172830BD}" sibTransId="{D25F9F56-378D-4842-84A8-03A8A57E0B6C}"/>
    <dgm:cxn modelId="{B9C959AB-CDFE-48FF-8728-AA5176721974}" srcId="{D20CBA05-D2A2-4BD7-B6FE-78E76C8F01CD}" destId="{2389E863-8A47-4603-B487-B599F31295C3}" srcOrd="1" destOrd="0" parTransId="{6B9C0CC5-04EC-429F-8C2A-35A21382526B}" sibTransId="{055530DD-0AFD-4766-9E49-9D073C0628B5}"/>
    <dgm:cxn modelId="{2F6975D3-07A0-4AF0-8389-A148F656F34B}" srcId="{D20CBA05-D2A2-4BD7-B6FE-78E76C8F01CD}" destId="{240D3E9D-8BAF-4ED7-80DE-FD7D6DC89801}" srcOrd="2" destOrd="0" parTransId="{660916AB-9EB1-402D-87BE-100C0A313B16}" sibTransId="{E6D613BF-118B-4109-82F7-0B97D4C84528}"/>
    <dgm:cxn modelId="{E8CD95DC-1A6F-494C-9CFF-13C1CA5841C8}" type="presOf" srcId="{EEBD49F4-9E48-4561-986F-507FDC6E9F14}" destId="{29A613BE-CDC3-4093-B285-967121C785D5}" srcOrd="0" destOrd="0" presId="urn:microsoft.com/office/officeart/2018/2/layout/IconLabelList"/>
    <dgm:cxn modelId="{F76AE4F1-AF75-40F1-B425-DEAB7D8B273E}" type="presOf" srcId="{8521E6A6-A714-4924-BD27-C93B137B1C69}" destId="{BDBFCBC3-9950-48F2-A640-0D2540C42531}" srcOrd="0" destOrd="0" presId="urn:microsoft.com/office/officeart/2018/2/layout/IconLabelList"/>
    <dgm:cxn modelId="{7E59D00A-C634-4CBF-8862-835B971179BF}" type="presParOf" srcId="{7DBEE98E-B9F0-4911-9BA1-299ADBC9F11B}" destId="{4CF96B5A-D627-4792-918D-8A6059BAB99B}" srcOrd="0" destOrd="0" presId="urn:microsoft.com/office/officeart/2018/2/layout/IconLabelList"/>
    <dgm:cxn modelId="{84633A3A-B766-4A5E-8B6F-1516C7403585}" type="presParOf" srcId="{4CF96B5A-D627-4792-918D-8A6059BAB99B}" destId="{847B7B52-F340-49F6-9AF9-054AD4995529}" srcOrd="0" destOrd="0" presId="urn:microsoft.com/office/officeart/2018/2/layout/IconLabelList"/>
    <dgm:cxn modelId="{989A7981-263E-4246-89E5-59C049D81724}" type="presParOf" srcId="{4CF96B5A-D627-4792-918D-8A6059BAB99B}" destId="{C607087E-3533-4846-8048-CD11A413C25B}" srcOrd="1" destOrd="0" presId="urn:microsoft.com/office/officeart/2018/2/layout/IconLabelList"/>
    <dgm:cxn modelId="{F25B14F6-0E1F-404E-B664-4DBEC90B82B0}" type="presParOf" srcId="{4CF96B5A-D627-4792-918D-8A6059BAB99B}" destId="{29A613BE-CDC3-4093-B285-967121C785D5}" srcOrd="2" destOrd="0" presId="urn:microsoft.com/office/officeart/2018/2/layout/IconLabelList"/>
    <dgm:cxn modelId="{9D121B55-43AB-4A9E-9FC2-D2D05EEDDCA3}" type="presParOf" srcId="{7DBEE98E-B9F0-4911-9BA1-299ADBC9F11B}" destId="{9ADA1799-4F4C-40D7-87D8-A20E3B0F901A}" srcOrd="1" destOrd="0" presId="urn:microsoft.com/office/officeart/2018/2/layout/IconLabelList"/>
    <dgm:cxn modelId="{CDE4903D-5802-4D13-BE56-48D881537C6F}" type="presParOf" srcId="{7DBEE98E-B9F0-4911-9BA1-299ADBC9F11B}" destId="{71FC3DE9-28D7-4407-AB24-D5D9B10565B0}" srcOrd="2" destOrd="0" presId="urn:microsoft.com/office/officeart/2018/2/layout/IconLabelList"/>
    <dgm:cxn modelId="{BA839870-BB4C-4CFD-8DAA-82F23E684D95}" type="presParOf" srcId="{71FC3DE9-28D7-4407-AB24-D5D9B10565B0}" destId="{89C24B5B-F320-4CA2-A445-561E1719ED32}" srcOrd="0" destOrd="0" presId="urn:microsoft.com/office/officeart/2018/2/layout/IconLabelList"/>
    <dgm:cxn modelId="{0663F322-D816-48E5-91C8-5CB86382DC88}" type="presParOf" srcId="{71FC3DE9-28D7-4407-AB24-D5D9B10565B0}" destId="{4FAC3F23-ADC6-494A-9723-DAECEDA0D790}" srcOrd="1" destOrd="0" presId="urn:microsoft.com/office/officeart/2018/2/layout/IconLabelList"/>
    <dgm:cxn modelId="{FB0D8ADE-6126-4312-89D0-7C700038F047}" type="presParOf" srcId="{71FC3DE9-28D7-4407-AB24-D5D9B10565B0}" destId="{59674F96-5778-4D6D-ADF1-F60F00528B0F}" srcOrd="2" destOrd="0" presId="urn:microsoft.com/office/officeart/2018/2/layout/IconLabelList"/>
    <dgm:cxn modelId="{1B77831B-D08A-461E-B875-652F7474108D}" type="presParOf" srcId="{7DBEE98E-B9F0-4911-9BA1-299ADBC9F11B}" destId="{9ADEB5B7-1AD0-47F4-A982-6460496DDB06}" srcOrd="3" destOrd="0" presId="urn:microsoft.com/office/officeart/2018/2/layout/IconLabelList"/>
    <dgm:cxn modelId="{A23BEE5A-A0A9-4486-97D5-F4B253D77688}" type="presParOf" srcId="{7DBEE98E-B9F0-4911-9BA1-299ADBC9F11B}" destId="{E5E5E9E3-A779-4A13-84B5-F833BA646BD0}" srcOrd="4" destOrd="0" presId="urn:microsoft.com/office/officeart/2018/2/layout/IconLabelList"/>
    <dgm:cxn modelId="{FA8C03D6-D6BF-415C-A382-23B2A4A45DDE}" type="presParOf" srcId="{E5E5E9E3-A779-4A13-84B5-F833BA646BD0}" destId="{3989B660-9110-4995-81FC-539C381D5F64}" srcOrd="0" destOrd="0" presId="urn:microsoft.com/office/officeart/2018/2/layout/IconLabelList"/>
    <dgm:cxn modelId="{9E34F2EC-E360-4351-B815-693CD0142EFD}" type="presParOf" srcId="{E5E5E9E3-A779-4A13-84B5-F833BA646BD0}" destId="{DBE093CF-23EC-42CC-B3F8-5047AA5185B6}" srcOrd="1" destOrd="0" presId="urn:microsoft.com/office/officeart/2018/2/layout/IconLabelList"/>
    <dgm:cxn modelId="{9C6B833B-9986-4A4E-B4C2-F74E7AD5479E}" type="presParOf" srcId="{E5E5E9E3-A779-4A13-84B5-F833BA646BD0}" destId="{7207A4AC-3F3E-462C-AF4C-83C29C31BB4E}" srcOrd="2" destOrd="0" presId="urn:microsoft.com/office/officeart/2018/2/layout/IconLabelList"/>
    <dgm:cxn modelId="{5F264951-FD3D-43BD-877A-BB1082C5F754}" type="presParOf" srcId="{7DBEE98E-B9F0-4911-9BA1-299ADBC9F11B}" destId="{98782E83-6B6B-40C5-B00E-BCE300A58080}" srcOrd="5" destOrd="0" presId="urn:microsoft.com/office/officeart/2018/2/layout/IconLabelList"/>
    <dgm:cxn modelId="{9B7F2E78-C760-4909-8773-D459940097EF}" type="presParOf" srcId="{7DBEE98E-B9F0-4911-9BA1-299ADBC9F11B}" destId="{33E89687-581B-496E-9933-5DD8AC731D92}" srcOrd="6" destOrd="0" presId="urn:microsoft.com/office/officeart/2018/2/layout/IconLabelList"/>
    <dgm:cxn modelId="{2166F812-9337-420F-A571-8C3EB7EA7020}" type="presParOf" srcId="{33E89687-581B-496E-9933-5DD8AC731D92}" destId="{EA38B6AC-01E9-4FF5-82A3-E573A88BB56C}" srcOrd="0" destOrd="0" presId="urn:microsoft.com/office/officeart/2018/2/layout/IconLabelList"/>
    <dgm:cxn modelId="{DE319ACD-0AF4-4CA2-9D88-E021E03CB671}" type="presParOf" srcId="{33E89687-581B-496E-9933-5DD8AC731D92}" destId="{ED6DA322-9CE5-4EFF-98A2-FB01F8C24D3E}" srcOrd="1" destOrd="0" presId="urn:microsoft.com/office/officeart/2018/2/layout/IconLabelList"/>
    <dgm:cxn modelId="{996D1461-6B82-4389-BBC7-D1933C85E08B}" type="presParOf" srcId="{33E89687-581B-496E-9933-5DD8AC731D92}" destId="{BDBFCBC3-9950-48F2-A640-0D2540C425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0CBA05-D2A2-4BD7-B6FE-78E76C8F01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21E6A6-A714-4924-BD27-C93B137B1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Deploy MVP and document APIs for next phase</a:t>
          </a:r>
          <a:endParaRPr lang="en-US"/>
        </a:p>
      </dgm:t>
    </dgm:pt>
    <dgm:pt modelId="{32CED462-1075-4A83-89E4-A9B7172830BD}" type="parTrans" cxnId="{A9DEC97B-5FAC-4CAD-982E-C119BF3E8700}">
      <dgm:prSet/>
      <dgm:spPr/>
      <dgm:t>
        <a:bodyPr/>
        <a:lstStyle/>
        <a:p>
          <a:endParaRPr lang="en-US"/>
        </a:p>
      </dgm:t>
    </dgm:pt>
    <dgm:pt modelId="{D25F9F56-378D-4842-84A8-03A8A57E0B6C}" type="sibTrans" cxnId="{A9DEC97B-5FAC-4CAD-982E-C119BF3E87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0D3E9D-8BAF-4ED7-80DE-FD7D6DC8980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all microservices end-to-end</a:t>
          </a:r>
        </a:p>
      </dgm:t>
    </dgm:pt>
    <dgm:pt modelId="{660916AB-9EB1-402D-87BE-100C0A313B16}" type="parTrans" cxnId="{2F6975D3-07A0-4AF0-8389-A148F656F34B}">
      <dgm:prSet/>
      <dgm:spPr/>
    </dgm:pt>
    <dgm:pt modelId="{E6D613BF-118B-4109-82F7-0B97D4C84528}" type="sibTrans" cxnId="{2F6975D3-07A0-4AF0-8389-A148F656F34B}">
      <dgm:prSet/>
      <dgm:spPr/>
    </dgm:pt>
    <dgm:pt modelId="{7324287D-AC96-4DDB-9887-29145C68748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Harden </a:t>
          </a:r>
          <a:r>
            <a:rPr lang="en-US" b="1"/>
            <a:t>security and authentication flows</a:t>
          </a:r>
          <a:endParaRPr lang="en-US"/>
        </a:p>
      </dgm:t>
    </dgm:pt>
    <dgm:pt modelId="{0BAF575E-50F9-4939-97F5-1D1254126485}" type="parTrans" cxnId="{66DD94E5-9F59-4A0A-8DF5-954B8238CD68}">
      <dgm:prSet/>
      <dgm:spPr/>
    </dgm:pt>
    <dgm:pt modelId="{32609E90-189B-4821-A887-FBBEDD35CDA3}" type="sibTrans" cxnId="{66DD94E5-9F59-4A0A-8DF5-954B8238CD68}">
      <dgm:prSet/>
      <dgm:spPr/>
    </dgm:pt>
    <dgm:pt modelId="{A06543DD-469C-4A91-BA0F-EB4153D0D2C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 </a:t>
          </a:r>
          <a:r>
            <a:rPr lang="en-US" b="1"/>
            <a:t>load testing and performance tuning</a:t>
          </a:r>
          <a:endParaRPr lang="en-US"/>
        </a:p>
      </dgm:t>
    </dgm:pt>
    <dgm:pt modelId="{402FDC86-0475-41AC-9505-F9D0E367355D}" type="parTrans" cxnId="{99901FA8-0B0F-4521-A41A-3365BB3AE430}">
      <dgm:prSet/>
      <dgm:spPr/>
    </dgm:pt>
    <dgm:pt modelId="{A4E15BD4-7168-4AD7-990A-541563BDF6E9}" type="sibTrans" cxnId="{99901FA8-0B0F-4521-A41A-3365BB3AE430}">
      <dgm:prSet/>
      <dgm:spPr/>
    </dgm:pt>
    <dgm:pt modelId="{7DBEE98E-B9F0-4911-9BA1-299ADBC9F11B}" type="pres">
      <dgm:prSet presAssocID="{D20CBA05-D2A2-4BD7-B6FE-78E76C8F01CD}" presName="root" presStyleCnt="0">
        <dgm:presLayoutVars>
          <dgm:dir/>
          <dgm:resizeHandles val="exact"/>
        </dgm:presLayoutVars>
      </dgm:prSet>
      <dgm:spPr/>
    </dgm:pt>
    <dgm:pt modelId="{E5E5E9E3-A779-4A13-84B5-F833BA646BD0}" type="pres">
      <dgm:prSet presAssocID="{240D3E9D-8BAF-4ED7-80DE-FD7D6DC89801}" presName="compNode" presStyleCnt="0"/>
      <dgm:spPr/>
    </dgm:pt>
    <dgm:pt modelId="{3989B660-9110-4995-81FC-539C381D5F64}" type="pres">
      <dgm:prSet presAssocID="{240D3E9D-8BAF-4ED7-80DE-FD7D6DC89801}" presName="iconRect" presStyleLbl="node1" presStyleIdx="0" presStyleCnt="4"/>
      <dgm:spPr>
        <a:blipFill>
          <a:blip xmlns:r="http://schemas.openxmlformats.org/officeDocument/2006/relationships" r:embed="rId1"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erence architecture | Google Cloud | kdb+ and q documentation - kdb+ ..."/>
        </a:ext>
      </dgm:extLst>
    </dgm:pt>
    <dgm:pt modelId="{DBE093CF-23EC-42CC-B3F8-5047AA5185B6}" type="pres">
      <dgm:prSet presAssocID="{240D3E9D-8BAF-4ED7-80DE-FD7D6DC89801}" presName="spaceRect" presStyleCnt="0"/>
      <dgm:spPr/>
    </dgm:pt>
    <dgm:pt modelId="{7207A4AC-3F3E-462C-AF4C-83C29C31BB4E}" type="pres">
      <dgm:prSet presAssocID="{240D3E9D-8BAF-4ED7-80DE-FD7D6DC89801}" presName="textRect" presStyleLbl="revTx" presStyleIdx="0" presStyleCnt="4">
        <dgm:presLayoutVars>
          <dgm:chMax val="1"/>
          <dgm:chPref val="1"/>
        </dgm:presLayoutVars>
      </dgm:prSet>
      <dgm:spPr/>
    </dgm:pt>
    <dgm:pt modelId="{98782E83-6B6B-40C5-B00E-BCE300A58080}" type="pres">
      <dgm:prSet presAssocID="{E6D613BF-118B-4109-82F7-0B97D4C84528}" presName="sibTrans" presStyleCnt="0"/>
      <dgm:spPr/>
    </dgm:pt>
    <dgm:pt modelId="{89958485-F920-4306-8CDB-9ABB0E9A44DC}" type="pres">
      <dgm:prSet presAssocID="{7324287D-AC96-4DDB-9887-29145C68748C}" presName="compNode" presStyleCnt="0"/>
      <dgm:spPr/>
    </dgm:pt>
    <dgm:pt modelId="{9725A4E8-3A6F-454C-AE36-242355DBB73F}" type="pres">
      <dgm:prSet presAssocID="{7324287D-AC96-4DDB-9887-29145C68748C}" presName="iconRect" presStyleLbl="nod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solated heart padlock graphic icon | Free stock vector - 457469"/>
        </a:ext>
      </dgm:extLst>
    </dgm:pt>
    <dgm:pt modelId="{84E454E9-F403-4D46-88E9-0284E68955DD}" type="pres">
      <dgm:prSet presAssocID="{7324287D-AC96-4DDB-9887-29145C68748C}" presName="spaceRect" presStyleCnt="0"/>
      <dgm:spPr/>
    </dgm:pt>
    <dgm:pt modelId="{50445AA0-333E-4547-979D-A6CA86BC7678}" type="pres">
      <dgm:prSet presAssocID="{7324287D-AC96-4DDB-9887-29145C68748C}" presName="textRect" presStyleLbl="revTx" presStyleIdx="1" presStyleCnt="4">
        <dgm:presLayoutVars>
          <dgm:chMax val="1"/>
          <dgm:chPref val="1"/>
        </dgm:presLayoutVars>
      </dgm:prSet>
      <dgm:spPr/>
    </dgm:pt>
    <dgm:pt modelId="{12545F04-6DDB-41A2-8B79-35A15B55938D}" type="pres">
      <dgm:prSet presAssocID="{32609E90-189B-4821-A887-FBBEDD35CDA3}" presName="sibTrans" presStyleCnt="0"/>
      <dgm:spPr/>
    </dgm:pt>
    <dgm:pt modelId="{E0F77714-DFA8-4C1A-89D4-8C1AB8E26D1F}" type="pres">
      <dgm:prSet presAssocID="{A06543DD-469C-4A91-BA0F-EB4153D0D2C5}" presName="compNode" presStyleCnt="0"/>
      <dgm:spPr/>
    </dgm:pt>
    <dgm:pt modelId="{0C5F4C53-972A-4769-902E-6B6EDB17CBD7}" type="pres">
      <dgm:prSet presAssocID="{A06543DD-469C-4A91-BA0F-EB4153D0D2C5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egulations Bénin"/>
        </a:ext>
      </dgm:extLst>
    </dgm:pt>
    <dgm:pt modelId="{5F967E9E-91C4-4FEF-8519-BC786BE7AF9F}" type="pres">
      <dgm:prSet presAssocID="{A06543DD-469C-4A91-BA0F-EB4153D0D2C5}" presName="spaceRect" presStyleCnt="0"/>
      <dgm:spPr/>
    </dgm:pt>
    <dgm:pt modelId="{F2934674-BF68-4DDB-B1C8-193793507FA9}" type="pres">
      <dgm:prSet presAssocID="{A06543DD-469C-4A91-BA0F-EB4153D0D2C5}" presName="textRect" presStyleLbl="revTx" presStyleIdx="2" presStyleCnt="4">
        <dgm:presLayoutVars>
          <dgm:chMax val="1"/>
          <dgm:chPref val="1"/>
        </dgm:presLayoutVars>
      </dgm:prSet>
      <dgm:spPr/>
    </dgm:pt>
    <dgm:pt modelId="{87D9F6C9-287A-41BB-9F4C-1EF216E9E36E}" type="pres">
      <dgm:prSet presAssocID="{A4E15BD4-7168-4AD7-990A-541563BDF6E9}" presName="sibTrans" presStyleCnt="0"/>
      <dgm:spPr/>
    </dgm:pt>
    <dgm:pt modelId="{33E89687-581B-496E-9933-5DD8AC731D92}" type="pres">
      <dgm:prSet presAssocID="{8521E6A6-A714-4924-BD27-C93B137B1C69}" presName="compNode" presStyleCnt="0"/>
      <dgm:spPr/>
    </dgm:pt>
    <dgm:pt modelId="{EA38B6AC-01E9-4FF5-82A3-E573A88BB56C}" type="pres">
      <dgm:prSet presAssocID="{8521E6A6-A714-4924-BD27-C93B137B1C69}" presName="iconRect" presStyleLbl="nod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D6DA322-9CE5-4EFF-98A2-FB01F8C24D3E}" type="pres">
      <dgm:prSet presAssocID="{8521E6A6-A714-4924-BD27-C93B137B1C69}" presName="spaceRect" presStyleCnt="0"/>
      <dgm:spPr/>
    </dgm:pt>
    <dgm:pt modelId="{BDBFCBC3-9950-48F2-A640-0D2540C42531}" type="pres">
      <dgm:prSet presAssocID="{8521E6A6-A714-4924-BD27-C93B137B1C6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4BC710-48E0-4F0D-8B7D-9ECA5F81312E}" type="presOf" srcId="{7324287D-AC96-4DDB-9887-29145C68748C}" destId="{50445AA0-333E-4547-979D-A6CA86BC7678}" srcOrd="0" destOrd="0" presId="urn:microsoft.com/office/officeart/2018/2/layout/IconLabelList"/>
    <dgm:cxn modelId="{F470A148-E810-44F0-9CB4-0B2CBB6662DA}" type="presOf" srcId="{D20CBA05-D2A2-4BD7-B6FE-78E76C8F01CD}" destId="{7DBEE98E-B9F0-4911-9BA1-299ADBC9F11B}" srcOrd="0" destOrd="0" presId="urn:microsoft.com/office/officeart/2018/2/layout/IconLabelList"/>
    <dgm:cxn modelId="{A9DEC97B-5FAC-4CAD-982E-C119BF3E8700}" srcId="{D20CBA05-D2A2-4BD7-B6FE-78E76C8F01CD}" destId="{8521E6A6-A714-4924-BD27-C93B137B1C69}" srcOrd="3" destOrd="0" parTransId="{32CED462-1075-4A83-89E4-A9B7172830BD}" sibTransId="{D25F9F56-378D-4842-84A8-03A8A57E0B6C}"/>
    <dgm:cxn modelId="{99901FA8-0B0F-4521-A41A-3365BB3AE430}" srcId="{D20CBA05-D2A2-4BD7-B6FE-78E76C8F01CD}" destId="{A06543DD-469C-4A91-BA0F-EB4153D0D2C5}" srcOrd="2" destOrd="0" parTransId="{402FDC86-0475-41AC-9505-F9D0E367355D}" sibTransId="{A4E15BD4-7168-4AD7-990A-541563BDF6E9}"/>
    <dgm:cxn modelId="{87CD9AC6-650D-40B1-B56D-66B6E0B82685}" type="presOf" srcId="{8521E6A6-A714-4924-BD27-C93B137B1C69}" destId="{BDBFCBC3-9950-48F2-A640-0D2540C42531}" srcOrd="0" destOrd="0" presId="urn:microsoft.com/office/officeart/2018/2/layout/IconLabelList"/>
    <dgm:cxn modelId="{7B8148CE-317A-4FAF-B3B2-62DF3DF0CF6B}" type="presOf" srcId="{240D3E9D-8BAF-4ED7-80DE-FD7D6DC89801}" destId="{7207A4AC-3F3E-462C-AF4C-83C29C31BB4E}" srcOrd="0" destOrd="0" presId="urn:microsoft.com/office/officeart/2018/2/layout/IconLabelList"/>
    <dgm:cxn modelId="{2F6975D3-07A0-4AF0-8389-A148F656F34B}" srcId="{D20CBA05-D2A2-4BD7-B6FE-78E76C8F01CD}" destId="{240D3E9D-8BAF-4ED7-80DE-FD7D6DC89801}" srcOrd="0" destOrd="0" parTransId="{660916AB-9EB1-402D-87BE-100C0A313B16}" sibTransId="{E6D613BF-118B-4109-82F7-0B97D4C84528}"/>
    <dgm:cxn modelId="{66DD94E5-9F59-4A0A-8DF5-954B8238CD68}" srcId="{D20CBA05-D2A2-4BD7-B6FE-78E76C8F01CD}" destId="{7324287D-AC96-4DDB-9887-29145C68748C}" srcOrd="1" destOrd="0" parTransId="{0BAF575E-50F9-4939-97F5-1D1254126485}" sibTransId="{32609E90-189B-4821-A887-FBBEDD35CDA3}"/>
    <dgm:cxn modelId="{FFC942FE-EB4A-4F5D-96E8-70A428BB2B68}" type="presOf" srcId="{A06543DD-469C-4A91-BA0F-EB4153D0D2C5}" destId="{F2934674-BF68-4DDB-B1C8-193793507FA9}" srcOrd="0" destOrd="0" presId="urn:microsoft.com/office/officeart/2018/2/layout/IconLabelList"/>
    <dgm:cxn modelId="{080A76FF-1C4E-48BE-91E7-5B2D948FF5D4}" type="presParOf" srcId="{7DBEE98E-B9F0-4911-9BA1-299ADBC9F11B}" destId="{E5E5E9E3-A779-4A13-84B5-F833BA646BD0}" srcOrd="0" destOrd="0" presId="urn:microsoft.com/office/officeart/2018/2/layout/IconLabelList"/>
    <dgm:cxn modelId="{348ED99F-5637-4DBD-A378-5CCAC4587D41}" type="presParOf" srcId="{E5E5E9E3-A779-4A13-84B5-F833BA646BD0}" destId="{3989B660-9110-4995-81FC-539C381D5F64}" srcOrd="0" destOrd="0" presId="urn:microsoft.com/office/officeart/2018/2/layout/IconLabelList"/>
    <dgm:cxn modelId="{1004B684-3971-4367-AF90-5928E4E6C130}" type="presParOf" srcId="{E5E5E9E3-A779-4A13-84B5-F833BA646BD0}" destId="{DBE093CF-23EC-42CC-B3F8-5047AA5185B6}" srcOrd="1" destOrd="0" presId="urn:microsoft.com/office/officeart/2018/2/layout/IconLabelList"/>
    <dgm:cxn modelId="{9A4F034A-BD6A-4CD6-8175-5EE8AED2836F}" type="presParOf" srcId="{E5E5E9E3-A779-4A13-84B5-F833BA646BD0}" destId="{7207A4AC-3F3E-462C-AF4C-83C29C31BB4E}" srcOrd="2" destOrd="0" presId="urn:microsoft.com/office/officeart/2018/2/layout/IconLabelList"/>
    <dgm:cxn modelId="{00A6CA6F-B120-497F-88DE-142AAFC56B46}" type="presParOf" srcId="{7DBEE98E-B9F0-4911-9BA1-299ADBC9F11B}" destId="{98782E83-6B6B-40C5-B00E-BCE300A58080}" srcOrd="1" destOrd="0" presId="urn:microsoft.com/office/officeart/2018/2/layout/IconLabelList"/>
    <dgm:cxn modelId="{DD1C477A-742A-4282-BEDF-232BD8AFA25C}" type="presParOf" srcId="{7DBEE98E-B9F0-4911-9BA1-299ADBC9F11B}" destId="{89958485-F920-4306-8CDB-9ABB0E9A44DC}" srcOrd="2" destOrd="0" presId="urn:microsoft.com/office/officeart/2018/2/layout/IconLabelList"/>
    <dgm:cxn modelId="{07FA8C40-A1E4-4A94-8921-1F24C89029FB}" type="presParOf" srcId="{89958485-F920-4306-8CDB-9ABB0E9A44DC}" destId="{9725A4E8-3A6F-454C-AE36-242355DBB73F}" srcOrd="0" destOrd="0" presId="urn:microsoft.com/office/officeart/2018/2/layout/IconLabelList"/>
    <dgm:cxn modelId="{A93D5B25-34FE-4AB7-A349-D358AA5AEE29}" type="presParOf" srcId="{89958485-F920-4306-8CDB-9ABB0E9A44DC}" destId="{84E454E9-F403-4D46-88E9-0284E68955DD}" srcOrd="1" destOrd="0" presId="urn:microsoft.com/office/officeart/2018/2/layout/IconLabelList"/>
    <dgm:cxn modelId="{2852B3E4-7C86-41C3-8F10-DFD633454FB7}" type="presParOf" srcId="{89958485-F920-4306-8CDB-9ABB0E9A44DC}" destId="{50445AA0-333E-4547-979D-A6CA86BC7678}" srcOrd="2" destOrd="0" presId="urn:microsoft.com/office/officeart/2018/2/layout/IconLabelList"/>
    <dgm:cxn modelId="{EEBE2F03-470D-4F15-B24A-52CB540BC707}" type="presParOf" srcId="{7DBEE98E-B9F0-4911-9BA1-299ADBC9F11B}" destId="{12545F04-6DDB-41A2-8B79-35A15B55938D}" srcOrd="3" destOrd="0" presId="urn:microsoft.com/office/officeart/2018/2/layout/IconLabelList"/>
    <dgm:cxn modelId="{3BBAB497-7272-454E-9832-E1F784D06C46}" type="presParOf" srcId="{7DBEE98E-B9F0-4911-9BA1-299ADBC9F11B}" destId="{E0F77714-DFA8-4C1A-89D4-8C1AB8E26D1F}" srcOrd="4" destOrd="0" presId="urn:microsoft.com/office/officeart/2018/2/layout/IconLabelList"/>
    <dgm:cxn modelId="{9A355F99-D765-447A-AF39-84C473D680D7}" type="presParOf" srcId="{E0F77714-DFA8-4C1A-89D4-8C1AB8E26D1F}" destId="{0C5F4C53-972A-4769-902E-6B6EDB17CBD7}" srcOrd="0" destOrd="0" presId="urn:microsoft.com/office/officeart/2018/2/layout/IconLabelList"/>
    <dgm:cxn modelId="{D181FE28-614D-499F-BEC1-72D04425C794}" type="presParOf" srcId="{E0F77714-DFA8-4C1A-89D4-8C1AB8E26D1F}" destId="{5F967E9E-91C4-4FEF-8519-BC786BE7AF9F}" srcOrd="1" destOrd="0" presId="urn:microsoft.com/office/officeart/2018/2/layout/IconLabelList"/>
    <dgm:cxn modelId="{EA8EF6D5-AA38-4029-9E83-023249A0C690}" type="presParOf" srcId="{E0F77714-DFA8-4C1A-89D4-8C1AB8E26D1F}" destId="{F2934674-BF68-4DDB-B1C8-193793507FA9}" srcOrd="2" destOrd="0" presId="urn:microsoft.com/office/officeart/2018/2/layout/IconLabelList"/>
    <dgm:cxn modelId="{573C1A24-2A3C-4F8B-80EF-DD2E9C80D4B2}" type="presParOf" srcId="{7DBEE98E-B9F0-4911-9BA1-299ADBC9F11B}" destId="{87D9F6C9-287A-41BB-9F4C-1EF216E9E36E}" srcOrd="5" destOrd="0" presId="urn:microsoft.com/office/officeart/2018/2/layout/IconLabelList"/>
    <dgm:cxn modelId="{7796DC73-8123-493A-9EDC-93EE2FDBC068}" type="presParOf" srcId="{7DBEE98E-B9F0-4911-9BA1-299ADBC9F11B}" destId="{33E89687-581B-496E-9933-5DD8AC731D92}" srcOrd="6" destOrd="0" presId="urn:microsoft.com/office/officeart/2018/2/layout/IconLabelList"/>
    <dgm:cxn modelId="{0D305D07-1736-4C25-8DCB-3A0D22640341}" type="presParOf" srcId="{33E89687-581B-496E-9933-5DD8AC731D92}" destId="{EA38B6AC-01E9-4FF5-82A3-E573A88BB56C}" srcOrd="0" destOrd="0" presId="urn:microsoft.com/office/officeart/2018/2/layout/IconLabelList"/>
    <dgm:cxn modelId="{722F3D5B-F00E-4185-86F1-D3A77C5258EF}" type="presParOf" srcId="{33E89687-581B-496E-9933-5DD8AC731D92}" destId="{ED6DA322-9CE5-4EFF-98A2-FB01F8C24D3E}" srcOrd="1" destOrd="0" presId="urn:microsoft.com/office/officeart/2018/2/layout/IconLabelList"/>
    <dgm:cxn modelId="{347A449D-278D-47FD-A27D-A37DCA13B9AE}" type="presParOf" srcId="{33E89687-581B-496E-9933-5DD8AC731D92}" destId="{BDBFCBC3-9950-48F2-A640-0D2540C425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D5453-1F1E-4ED1-8C80-8062D25C64EA}">
      <dsp:nvSpPr>
        <dsp:cNvPr id="0" name=""/>
        <dsp:cNvSpPr/>
      </dsp:nvSpPr>
      <dsp:spPr>
        <a:xfrm>
          <a:off x="82613" y="9090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4F96A-5F8F-48FE-B5CA-104D300A1461}">
      <dsp:nvSpPr>
        <dsp:cNvPr id="0" name=""/>
        <dsp:cNvSpPr/>
      </dsp:nvSpPr>
      <dsp:spPr>
        <a:xfrm>
          <a:off x="271034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D4A3A-3445-4647-B2F7-35823C29F082}">
      <dsp:nvSpPr>
        <dsp:cNvPr id="0" name=""/>
        <dsp:cNvSpPr/>
      </dsp:nvSpPr>
      <dsp:spPr>
        <a:xfrm>
          <a:off x="1172126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High scalability</a:t>
          </a:r>
          <a:r>
            <a:rPr lang="en-US" sz="1400" kern="1200"/>
            <a:t> – Use microservices, load balancers, and auto-scaling.</a:t>
          </a:r>
        </a:p>
      </dsp:txBody>
      <dsp:txXfrm>
        <a:off x="1172126" y="909059"/>
        <a:ext cx="2114937" cy="897246"/>
      </dsp:txXfrm>
    </dsp:sp>
    <dsp:sp modelId="{DE4CF973-A5F0-4443-8508-5B19313EF0FE}">
      <dsp:nvSpPr>
        <dsp:cNvPr id="0" name=""/>
        <dsp:cNvSpPr/>
      </dsp:nvSpPr>
      <dsp:spPr>
        <a:xfrm>
          <a:off x="3655575" y="9090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F3C36-C46E-4365-814B-0997534FE4F9}">
      <dsp:nvSpPr>
        <dsp:cNvPr id="0" name=""/>
        <dsp:cNvSpPr/>
      </dsp:nvSpPr>
      <dsp:spPr>
        <a:xfrm>
          <a:off x="3843996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F53E3-9A71-4268-94A4-909211F672C6}">
      <dsp:nvSpPr>
        <dsp:cNvPr id="0" name=""/>
        <dsp:cNvSpPr/>
      </dsp:nvSpPr>
      <dsp:spPr>
        <a:xfrm>
          <a:off x="4745088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Data persistence redundancy</a:t>
          </a:r>
          <a:r>
            <a:rPr lang="en-US" sz="1400" kern="1200"/>
            <a:t> – Add replicated databases or multi-region storage.</a:t>
          </a:r>
        </a:p>
      </dsp:txBody>
      <dsp:txXfrm>
        <a:off x="4745088" y="909059"/>
        <a:ext cx="2114937" cy="897246"/>
      </dsp:txXfrm>
    </dsp:sp>
    <dsp:sp modelId="{FA977C24-14A9-4C73-8BC2-333D29F2B557}">
      <dsp:nvSpPr>
        <dsp:cNvPr id="0" name=""/>
        <dsp:cNvSpPr/>
      </dsp:nvSpPr>
      <dsp:spPr>
        <a:xfrm>
          <a:off x="7228536" y="9090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134AD-5A79-42FC-BCFB-6FD2501739BF}">
      <dsp:nvSpPr>
        <dsp:cNvPr id="0" name=""/>
        <dsp:cNvSpPr/>
      </dsp:nvSpPr>
      <dsp:spPr>
        <a:xfrm>
          <a:off x="7416958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F9643-8C4F-4861-9DB1-1FD37246F2D2}">
      <dsp:nvSpPr>
        <dsp:cNvPr id="0" name=""/>
        <dsp:cNvSpPr/>
      </dsp:nvSpPr>
      <dsp:spPr>
        <a:xfrm>
          <a:off x="8318049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Authentication and access control</a:t>
          </a:r>
          <a:r>
            <a:rPr lang="en-US" sz="1400" kern="1200"/>
            <a:t> – Integrate identity management</a:t>
          </a:r>
          <a:r>
            <a:rPr lang="en-US" sz="1400" kern="1200">
              <a:latin typeface="Aptos Display" panose="02110004020202020204"/>
            </a:rPr>
            <a:t>.</a:t>
          </a:r>
          <a:endParaRPr lang="en-US" sz="1400" kern="1200"/>
        </a:p>
      </dsp:txBody>
      <dsp:txXfrm>
        <a:off x="8318049" y="909059"/>
        <a:ext cx="2114937" cy="897246"/>
      </dsp:txXfrm>
    </dsp:sp>
    <dsp:sp modelId="{9E2F891E-95CE-426B-A261-76D4EF0F740A}">
      <dsp:nvSpPr>
        <dsp:cNvPr id="0" name=""/>
        <dsp:cNvSpPr/>
      </dsp:nvSpPr>
      <dsp:spPr>
        <a:xfrm>
          <a:off x="82613" y="2546238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FB844-4926-4BF2-B475-387090A670C9}">
      <dsp:nvSpPr>
        <dsp:cNvPr id="0" name=""/>
        <dsp:cNvSpPr/>
      </dsp:nvSpPr>
      <dsp:spPr>
        <a:xfrm>
          <a:off x="271034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CD128-20A5-404A-8FE7-492750EE9316}">
      <dsp:nvSpPr>
        <dsp:cNvPr id="0" name=""/>
        <dsp:cNvSpPr/>
      </dsp:nvSpPr>
      <dsp:spPr>
        <a:xfrm>
          <a:off x="1172126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Low latency requirements</a:t>
          </a:r>
          <a:r>
            <a:rPr lang="en-US" sz="1400" kern="1200"/>
            <a:t> – Employ caching, and optimized data pipelines.</a:t>
          </a:r>
        </a:p>
      </dsp:txBody>
      <dsp:txXfrm>
        <a:off x="1172126" y="2546238"/>
        <a:ext cx="2114937" cy="897246"/>
      </dsp:txXfrm>
    </dsp:sp>
    <dsp:sp modelId="{87758EFD-0EDC-44EB-9E43-B8D058343594}">
      <dsp:nvSpPr>
        <dsp:cNvPr id="0" name=""/>
        <dsp:cNvSpPr/>
      </dsp:nvSpPr>
      <dsp:spPr>
        <a:xfrm>
          <a:off x="3655575" y="2546238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9F4A95-DBB6-4B93-B3BD-74B802034CB8}">
      <dsp:nvSpPr>
        <dsp:cNvPr id="0" name=""/>
        <dsp:cNvSpPr/>
      </dsp:nvSpPr>
      <dsp:spPr>
        <a:xfrm>
          <a:off x="3843996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03258-D93D-4064-8941-8C847942635E}">
      <dsp:nvSpPr>
        <dsp:cNvPr id="0" name=""/>
        <dsp:cNvSpPr/>
      </dsp:nvSpPr>
      <dsp:spPr>
        <a:xfrm>
          <a:off x="4745088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Fault tolerance and retry logic</a:t>
          </a:r>
          <a:r>
            <a:rPr lang="en-US" sz="1400" kern="1200"/>
            <a:t> – Implement message queues, retries, and failover systems.</a:t>
          </a:r>
        </a:p>
      </dsp:txBody>
      <dsp:txXfrm>
        <a:off x="4745088" y="2546238"/>
        <a:ext cx="2114937" cy="897246"/>
      </dsp:txXfrm>
    </dsp:sp>
    <dsp:sp modelId="{2B6F7DDE-0195-44DE-AC1F-BE3BC3CC61CD}">
      <dsp:nvSpPr>
        <dsp:cNvPr id="0" name=""/>
        <dsp:cNvSpPr/>
      </dsp:nvSpPr>
      <dsp:spPr>
        <a:xfrm>
          <a:off x="7228536" y="2546238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73940-4722-4897-90B5-1D6E5BCC036C}">
      <dsp:nvSpPr>
        <dsp:cNvPr id="0" name=""/>
        <dsp:cNvSpPr/>
      </dsp:nvSpPr>
      <dsp:spPr>
        <a:xfrm>
          <a:off x="7416958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C0C9D-9B82-4D80-85F4-01CEFFD4DB88}">
      <dsp:nvSpPr>
        <dsp:cNvPr id="0" name=""/>
        <dsp:cNvSpPr/>
      </dsp:nvSpPr>
      <dsp:spPr>
        <a:xfrm>
          <a:off x="8318049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Event-driven alert system</a:t>
          </a:r>
          <a:r>
            <a:rPr lang="en-US" sz="1400" kern="1200"/>
            <a:t> – Use pub/sub or event bus for real-time notifications.</a:t>
          </a:r>
        </a:p>
      </dsp:txBody>
      <dsp:txXfrm>
        <a:off x="8318049" y="2546238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B7B52-F340-49F6-9AF9-054AD4995529}">
      <dsp:nvSpPr>
        <dsp:cNvPr id="0" name=""/>
        <dsp:cNvSpPr/>
      </dsp:nvSpPr>
      <dsp:spPr>
        <a:xfrm>
          <a:off x="1025074" y="1082832"/>
          <a:ext cx="928905" cy="9289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613BE-CDC3-4093-B285-967121C785D5}">
      <dsp:nvSpPr>
        <dsp:cNvPr id="0" name=""/>
        <dsp:cNvSpPr/>
      </dsp:nvSpPr>
      <dsp:spPr>
        <a:xfrm>
          <a:off x="457409" y="2302821"/>
          <a:ext cx="20642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 </a:t>
          </a:r>
          <a:r>
            <a:rPr lang="en-US" sz="1500" b="1" kern="1200"/>
            <a:t>Earnings Call Service v1</a:t>
          </a:r>
          <a:r>
            <a:rPr lang="en-US" sz="1500" kern="1200"/>
            <a:t> (baseline)</a:t>
          </a:r>
        </a:p>
      </dsp:txBody>
      <dsp:txXfrm>
        <a:off x="457409" y="2302821"/>
        <a:ext cx="2064233" cy="720000"/>
      </dsp:txXfrm>
    </dsp:sp>
    <dsp:sp modelId="{89C24B5B-F320-4CA2-A445-561E1719ED32}">
      <dsp:nvSpPr>
        <dsp:cNvPr id="0" name=""/>
        <dsp:cNvSpPr/>
      </dsp:nvSpPr>
      <dsp:spPr>
        <a:xfrm>
          <a:off x="3450548" y="1082832"/>
          <a:ext cx="928905" cy="9289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74F96-5778-4D6D-ADF1-F60F00528B0F}">
      <dsp:nvSpPr>
        <dsp:cNvPr id="0" name=""/>
        <dsp:cNvSpPr/>
      </dsp:nvSpPr>
      <dsp:spPr>
        <a:xfrm>
          <a:off x="2882884" y="2302821"/>
          <a:ext cx="20642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Configure </a:t>
          </a:r>
          <a:r>
            <a:rPr lang="en-US" sz="1500" b="1" kern="1200"/>
            <a:t>User Database Service</a:t>
          </a:r>
          <a:r>
            <a:rPr lang="en-US" sz="1500" kern="1200"/>
            <a:t> (auth, access control)</a:t>
          </a:r>
        </a:p>
      </dsp:txBody>
      <dsp:txXfrm>
        <a:off x="2882884" y="2302821"/>
        <a:ext cx="2064233" cy="720000"/>
      </dsp:txXfrm>
    </dsp:sp>
    <dsp:sp modelId="{EA38B6AC-01E9-4FF5-82A3-E573A88BB56C}">
      <dsp:nvSpPr>
        <dsp:cNvPr id="0" name=""/>
        <dsp:cNvSpPr/>
      </dsp:nvSpPr>
      <dsp:spPr>
        <a:xfrm>
          <a:off x="5876023" y="1082832"/>
          <a:ext cx="928905" cy="9289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FCBC3-9950-48F2-A640-0D2540C42531}">
      <dsp:nvSpPr>
        <dsp:cNvPr id="0" name=""/>
        <dsp:cNvSpPr/>
      </dsp:nvSpPr>
      <dsp:spPr>
        <a:xfrm>
          <a:off x="5308358" y="2302821"/>
          <a:ext cx="20642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Establish </a:t>
          </a:r>
          <a:r>
            <a:rPr lang="en-US" sz="1500" b="1" kern="1200"/>
            <a:t>API Gateway</a:t>
          </a:r>
          <a:r>
            <a:rPr lang="en-US" sz="1500" kern="1200"/>
            <a:t>, and </a:t>
          </a:r>
          <a:r>
            <a:rPr lang="en-US" sz="1500" b="1" kern="1200"/>
            <a:t>shared database</a:t>
          </a:r>
          <a:endParaRPr lang="en-US" sz="1500" kern="1200"/>
        </a:p>
      </dsp:txBody>
      <dsp:txXfrm>
        <a:off x="5308358" y="2302821"/>
        <a:ext cx="2064233" cy="720000"/>
      </dsp:txXfrm>
    </dsp:sp>
    <dsp:sp modelId="{8266F582-22D7-4DFE-831B-E9EF1B55A18A}">
      <dsp:nvSpPr>
        <dsp:cNvPr id="0" name=""/>
        <dsp:cNvSpPr/>
      </dsp:nvSpPr>
      <dsp:spPr>
        <a:xfrm>
          <a:off x="8301497" y="1082832"/>
          <a:ext cx="928905" cy="9289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C413B-7369-443D-B997-D6C219C2C9AF}">
      <dsp:nvSpPr>
        <dsp:cNvPr id="0" name=""/>
        <dsp:cNvSpPr/>
      </dsp:nvSpPr>
      <dsp:spPr>
        <a:xfrm>
          <a:off x="7733833" y="2302821"/>
          <a:ext cx="206423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Set up </a:t>
          </a:r>
          <a:r>
            <a:rPr lang="en-US" sz="1500" b="1" kern="1200"/>
            <a:t>logging, monitoring, and environment configs</a:t>
          </a:r>
          <a:endParaRPr lang="en-US" sz="1500" kern="1200"/>
        </a:p>
      </dsp:txBody>
      <dsp:txXfrm>
        <a:off x="7733833" y="2302821"/>
        <a:ext cx="206423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B7B52-F340-49F6-9AF9-054AD4995529}">
      <dsp:nvSpPr>
        <dsp:cNvPr id="0" name=""/>
        <dsp:cNvSpPr/>
      </dsp:nvSpPr>
      <dsp:spPr>
        <a:xfrm>
          <a:off x="1138979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613BE-CDC3-4093-B285-967121C785D5}">
      <dsp:nvSpPr>
        <dsp:cNvPr id="0" name=""/>
        <dsp:cNvSpPr/>
      </dsp:nvSpPr>
      <dsp:spPr>
        <a:xfrm>
          <a:off x="569079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Develop </a:t>
          </a:r>
          <a:r>
            <a:rPr lang="en-US" sz="1300" b="1" kern="1200"/>
            <a:t>Stock Analysis Service</a:t>
          </a:r>
          <a:r>
            <a:rPr lang="en-US" sz="1300" kern="1200"/>
            <a:t> (data ingestion + metrics)</a:t>
          </a:r>
        </a:p>
      </dsp:txBody>
      <dsp:txXfrm>
        <a:off x="569079" y="2430961"/>
        <a:ext cx="2072362" cy="720000"/>
      </dsp:txXfrm>
    </dsp:sp>
    <dsp:sp modelId="{F7C2CC67-BED3-45A4-AAE7-53D43EA50F48}">
      <dsp:nvSpPr>
        <dsp:cNvPr id="0" name=""/>
        <dsp:cNvSpPr/>
      </dsp:nvSpPr>
      <dsp:spPr>
        <a:xfrm>
          <a:off x="3574005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A0BF5-165B-45B4-817A-CF60EE60AA1B}">
      <dsp:nvSpPr>
        <dsp:cNvPr id="0" name=""/>
        <dsp:cNvSpPr/>
      </dsp:nvSpPr>
      <dsp:spPr>
        <a:xfrm>
          <a:off x="3004105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Connect </a:t>
          </a:r>
          <a:r>
            <a:rPr lang="en-US" sz="1300" b="1" kern="1200"/>
            <a:t>market data APIs</a:t>
          </a:r>
          <a:endParaRPr lang="en-US" sz="1300" kern="1200"/>
        </a:p>
      </dsp:txBody>
      <dsp:txXfrm>
        <a:off x="3004105" y="2430961"/>
        <a:ext cx="2072362" cy="720000"/>
      </dsp:txXfrm>
    </dsp:sp>
    <dsp:sp modelId="{89C24B5B-F320-4CA2-A445-561E1719ED32}">
      <dsp:nvSpPr>
        <dsp:cNvPr id="0" name=""/>
        <dsp:cNvSpPr/>
      </dsp:nvSpPr>
      <dsp:spPr>
        <a:xfrm>
          <a:off x="6009031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74F96-5778-4D6D-ADF1-F60F00528B0F}">
      <dsp:nvSpPr>
        <dsp:cNvPr id="0" name=""/>
        <dsp:cNvSpPr/>
      </dsp:nvSpPr>
      <dsp:spPr>
        <a:xfrm>
          <a:off x="5439131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Stand up </a:t>
          </a:r>
          <a:r>
            <a:rPr lang="en-US" sz="1300" b="1" kern="1200"/>
            <a:t>Portfolio Management Service</a:t>
          </a:r>
          <a:r>
            <a:rPr lang="en-US" sz="1300" kern="1200"/>
            <a:t> (</a:t>
          </a:r>
          <a:r>
            <a:rPr lang="en-US" sz="1300" b="0" kern="1200"/>
            <a:t>link </a:t>
          </a:r>
          <a:r>
            <a:rPr lang="en-US" sz="1300" kern="1200"/>
            <a:t>to </a:t>
          </a:r>
          <a:r>
            <a:rPr lang="en-US" sz="1300" b="0" kern="1200"/>
            <a:t>user data</a:t>
          </a:r>
          <a:r>
            <a:rPr lang="en-US" sz="1300" kern="1200"/>
            <a:t>)</a:t>
          </a:r>
        </a:p>
      </dsp:txBody>
      <dsp:txXfrm>
        <a:off x="5439131" y="2430961"/>
        <a:ext cx="2072362" cy="720000"/>
      </dsp:txXfrm>
    </dsp:sp>
    <dsp:sp modelId="{EA38B6AC-01E9-4FF5-82A3-E573A88BB56C}">
      <dsp:nvSpPr>
        <dsp:cNvPr id="0" name=""/>
        <dsp:cNvSpPr/>
      </dsp:nvSpPr>
      <dsp:spPr>
        <a:xfrm>
          <a:off x="8444057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FCBC3-9950-48F2-A640-0D2540C42531}">
      <dsp:nvSpPr>
        <dsp:cNvPr id="0" name=""/>
        <dsp:cNvSpPr/>
      </dsp:nvSpPr>
      <dsp:spPr>
        <a:xfrm>
          <a:off x="7874157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 </a:t>
          </a:r>
          <a:r>
            <a:rPr lang="en-US" sz="1300" b="1" kern="1200"/>
            <a:t>data persistence redundancy</a:t>
          </a:r>
          <a:r>
            <a:rPr lang="en-US" sz="1300" b="0" kern="1200"/>
            <a:t> </a:t>
          </a:r>
          <a:r>
            <a:rPr lang="en-US" sz="1300" kern="1200"/>
            <a:t>and</a:t>
          </a:r>
          <a:r>
            <a:rPr lang="en-US" sz="1300" b="0" kern="1200"/>
            <a:t> validation logic</a:t>
          </a:r>
          <a:endParaRPr lang="en-US" sz="1300" kern="1200"/>
        </a:p>
      </dsp:txBody>
      <dsp:txXfrm>
        <a:off x="7874157" y="2430961"/>
        <a:ext cx="207236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B7B52-F340-49F6-9AF9-054AD4995529}">
      <dsp:nvSpPr>
        <dsp:cNvPr id="0" name=""/>
        <dsp:cNvSpPr/>
      </dsp:nvSpPr>
      <dsp:spPr>
        <a:xfrm>
          <a:off x="1138979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613BE-CDC3-4093-B285-967121C785D5}">
      <dsp:nvSpPr>
        <dsp:cNvPr id="0" name=""/>
        <dsp:cNvSpPr/>
      </dsp:nvSpPr>
      <dsp:spPr>
        <a:xfrm>
          <a:off x="569079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Build </a:t>
          </a:r>
          <a:r>
            <a:rPr lang="en-US" sz="1300" b="1" kern="1200"/>
            <a:t>Market News &amp; Sentiment Service</a:t>
          </a:r>
          <a:r>
            <a:rPr lang="en-US" sz="1300" kern="1200"/>
            <a:t> (API</a:t>
          </a:r>
          <a:r>
            <a:rPr lang="en-US" sz="1300" kern="1200">
              <a:latin typeface="Aptos Display" panose="02110004020202020204"/>
            </a:rPr>
            <a:t>)</a:t>
          </a:r>
          <a:endParaRPr lang="en-US" sz="1300" kern="1200"/>
        </a:p>
      </dsp:txBody>
      <dsp:txXfrm>
        <a:off x="569079" y="2430961"/>
        <a:ext cx="2072362" cy="720000"/>
      </dsp:txXfrm>
    </dsp:sp>
    <dsp:sp modelId="{89C24B5B-F320-4CA2-A445-561E1719ED32}">
      <dsp:nvSpPr>
        <dsp:cNvPr id="0" name=""/>
        <dsp:cNvSpPr/>
      </dsp:nvSpPr>
      <dsp:spPr>
        <a:xfrm>
          <a:off x="3574005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74F96-5778-4D6D-ADF1-F60F00528B0F}">
      <dsp:nvSpPr>
        <dsp:cNvPr id="0" name=""/>
        <dsp:cNvSpPr/>
      </dsp:nvSpPr>
      <dsp:spPr>
        <a:xfrm>
          <a:off x="3004105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Develop </a:t>
          </a:r>
          <a:r>
            <a:rPr lang="en-US" sz="1300" b="1" kern="1200"/>
            <a:t>Alert &amp; Notification Service</a:t>
          </a:r>
          <a:r>
            <a:rPr lang="en-US" sz="1300" kern="1200"/>
            <a:t> (</a:t>
          </a:r>
          <a:r>
            <a:rPr lang="en-US" sz="1300" b="0" kern="1200"/>
            <a:t>event-driven triggers</a:t>
          </a:r>
          <a:r>
            <a:rPr lang="en-US" sz="1300" kern="1200"/>
            <a:t>)</a:t>
          </a:r>
        </a:p>
      </dsp:txBody>
      <dsp:txXfrm>
        <a:off x="3004105" y="2430961"/>
        <a:ext cx="2072362" cy="720000"/>
      </dsp:txXfrm>
    </dsp:sp>
    <dsp:sp modelId="{3989B660-9110-4995-81FC-539C381D5F64}">
      <dsp:nvSpPr>
        <dsp:cNvPr id="0" name=""/>
        <dsp:cNvSpPr/>
      </dsp:nvSpPr>
      <dsp:spPr>
        <a:xfrm>
          <a:off x="6009031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7A4AC-3F3E-462C-AF4C-83C29C31BB4E}">
      <dsp:nvSpPr>
        <dsp:cNvPr id="0" name=""/>
        <dsp:cNvSpPr/>
      </dsp:nvSpPr>
      <dsp:spPr>
        <a:xfrm>
          <a:off x="5439131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Integrate </a:t>
          </a:r>
          <a:r>
            <a:rPr lang="en-US" sz="1300" b="1" kern="1200"/>
            <a:t>fault tolerance, retry logic, and caching</a:t>
          </a:r>
          <a:endParaRPr lang="en-US" sz="1300" kern="1200"/>
        </a:p>
      </dsp:txBody>
      <dsp:txXfrm>
        <a:off x="5439131" y="2430961"/>
        <a:ext cx="2072362" cy="720000"/>
      </dsp:txXfrm>
    </dsp:sp>
    <dsp:sp modelId="{EA38B6AC-01E9-4FF5-82A3-E573A88BB56C}">
      <dsp:nvSpPr>
        <dsp:cNvPr id="0" name=""/>
        <dsp:cNvSpPr/>
      </dsp:nvSpPr>
      <dsp:spPr>
        <a:xfrm>
          <a:off x="8444057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FCBC3-9950-48F2-A640-0D2540C42531}">
      <dsp:nvSpPr>
        <dsp:cNvPr id="0" name=""/>
        <dsp:cNvSpPr/>
      </dsp:nvSpPr>
      <dsp:spPr>
        <a:xfrm>
          <a:off x="7874157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Enable </a:t>
          </a:r>
          <a:r>
            <a:rPr lang="en-US" sz="1300" b="1" kern="1200"/>
            <a:t>low-latency data delivery</a:t>
          </a:r>
          <a:r>
            <a:rPr lang="en-US" sz="1300" b="0" kern="1200"/>
            <a:t> for dashboards</a:t>
          </a:r>
          <a:endParaRPr lang="en-US" sz="1300" kern="1200"/>
        </a:p>
      </dsp:txBody>
      <dsp:txXfrm>
        <a:off x="7874157" y="2430961"/>
        <a:ext cx="207236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9B660-9110-4995-81FC-539C381D5F64}">
      <dsp:nvSpPr>
        <dsp:cNvPr id="0" name=""/>
        <dsp:cNvSpPr/>
      </dsp:nvSpPr>
      <dsp:spPr>
        <a:xfrm>
          <a:off x="1138979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7A4AC-3F3E-462C-AF4C-83C29C31BB4E}">
      <dsp:nvSpPr>
        <dsp:cNvPr id="0" name=""/>
        <dsp:cNvSpPr/>
      </dsp:nvSpPr>
      <dsp:spPr>
        <a:xfrm>
          <a:off x="569079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Integrate all microservices end-to-end</a:t>
          </a:r>
        </a:p>
      </dsp:txBody>
      <dsp:txXfrm>
        <a:off x="569079" y="2430961"/>
        <a:ext cx="2072362" cy="720000"/>
      </dsp:txXfrm>
    </dsp:sp>
    <dsp:sp modelId="{9725A4E8-3A6F-454C-AE36-242355DBB73F}">
      <dsp:nvSpPr>
        <dsp:cNvPr id="0" name=""/>
        <dsp:cNvSpPr/>
      </dsp:nvSpPr>
      <dsp:spPr>
        <a:xfrm>
          <a:off x="3574005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445AA0-333E-4547-979D-A6CA86BC7678}">
      <dsp:nvSpPr>
        <dsp:cNvPr id="0" name=""/>
        <dsp:cNvSpPr/>
      </dsp:nvSpPr>
      <dsp:spPr>
        <a:xfrm>
          <a:off x="3004105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Harden </a:t>
          </a:r>
          <a:r>
            <a:rPr lang="en-US" sz="1500" b="1" kern="1200"/>
            <a:t>security and authentication flows</a:t>
          </a:r>
          <a:endParaRPr lang="en-US" sz="1500" kern="1200"/>
        </a:p>
      </dsp:txBody>
      <dsp:txXfrm>
        <a:off x="3004105" y="2430961"/>
        <a:ext cx="2072362" cy="720000"/>
      </dsp:txXfrm>
    </dsp:sp>
    <dsp:sp modelId="{0C5F4C53-972A-4769-902E-6B6EDB17CBD7}">
      <dsp:nvSpPr>
        <dsp:cNvPr id="0" name=""/>
        <dsp:cNvSpPr/>
      </dsp:nvSpPr>
      <dsp:spPr>
        <a:xfrm>
          <a:off x="6009031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34674-BF68-4DDB-B1C8-193793507FA9}">
      <dsp:nvSpPr>
        <dsp:cNvPr id="0" name=""/>
        <dsp:cNvSpPr/>
      </dsp:nvSpPr>
      <dsp:spPr>
        <a:xfrm>
          <a:off x="5439131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Conduct </a:t>
          </a:r>
          <a:r>
            <a:rPr lang="en-US" sz="1500" b="1" kern="1200"/>
            <a:t>load testing and performance tuning</a:t>
          </a:r>
          <a:endParaRPr lang="en-US" sz="1500" kern="1200"/>
        </a:p>
      </dsp:txBody>
      <dsp:txXfrm>
        <a:off x="5439131" y="2430961"/>
        <a:ext cx="2072362" cy="720000"/>
      </dsp:txXfrm>
    </dsp:sp>
    <dsp:sp modelId="{EA38B6AC-01E9-4FF5-82A3-E573A88BB56C}">
      <dsp:nvSpPr>
        <dsp:cNvPr id="0" name=""/>
        <dsp:cNvSpPr/>
      </dsp:nvSpPr>
      <dsp:spPr>
        <a:xfrm>
          <a:off x="8444057" y="1206562"/>
          <a:ext cx="932563" cy="9325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FCBC3-9950-48F2-A640-0D2540C42531}">
      <dsp:nvSpPr>
        <dsp:cNvPr id="0" name=""/>
        <dsp:cNvSpPr/>
      </dsp:nvSpPr>
      <dsp:spPr>
        <a:xfrm>
          <a:off x="7874157" y="243096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Deploy MVP and document APIs for next phase</a:t>
          </a:r>
          <a:endParaRPr lang="en-US" sz="1500" kern="1200"/>
        </a:p>
      </dsp:txBody>
      <dsp:txXfrm>
        <a:off x="7874157" y="2430961"/>
        <a:ext cx="20723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8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8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98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9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29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5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5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5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9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56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Digital financial graph">
            <a:extLst>
              <a:ext uri="{FF2B5EF4-FFF2-40B4-BE49-F238E27FC236}">
                <a16:creationId xmlns:a16="http://schemas.microsoft.com/office/drawing/2014/main" id="{982F7B6C-9B5C-40DC-BF95-784FBDF48E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2" b="-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Stock Research Application Project Progress Report #1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8802E-FF81-016A-D749-2DD27B4D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Microservices (Features)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5755D-75CD-55A7-42A4-3D797F6C1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User Database Service</a:t>
            </a:r>
          </a:p>
          <a:p>
            <a:r>
              <a:rPr lang="en-US" sz="2200"/>
              <a:t>Stock Analysis Service</a:t>
            </a:r>
          </a:p>
          <a:p>
            <a:r>
              <a:rPr lang="en-US" sz="2200"/>
              <a:t>Market News and Sentiment Service</a:t>
            </a:r>
          </a:p>
          <a:p>
            <a:r>
              <a:rPr lang="en-US" sz="2200"/>
              <a:t>Portfolio Management Service</a:t>
            </a:r>
          </a:p>
          <a:p>
            <a:r>
              <a:rPr lang="en-US" sz="2200"/>
              <a:t>Alert and Notification Service</a:t>
            </a:r>
          </a:p>
          <a:p>
            <a:r>
              <a:rPr lang="en-US" sz="2200"/>
              <a:t>Earnings Call Service</a:t>
            </a:r>
          </a:p>
        </p:txBody>
      </p:sp>
      <p:pic>
        <p:nvPicPr>
          <p:cNvPr id="4" name="Picture 3" descr="Microservice - Free web icons">
            <a:extLst>
              <a:ext uri="{FF2B5EF4-FFF2-40B4-BE49-F238E27FC236}">
                <a16:creationId xmlns:a16="http://schemas.microsoft.com/office/drawing/2014/main" id="{3AAFE38F-CFF8-3625-EF18-2515EE59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738" y="919530"/>
            <a:ext cx="4664771" cy="469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0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AB2F-5363-066F-98F0-23767A9B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1A2-D3A9-FF99-E5C2-A0D1136AC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Peaks Requirement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57C6-92C0-44AD-7A6E-4D2460F5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/>
              <a:t> </a:t>
            </a:r>
            <a:r>
              <a:rPr lang="en-US" b="1"/>
              <a:t>Peak 1 — Requirements Definition (Iteration 1)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Capture </a:t>
            </a:r>
            <a:r>
              <a:rPr lang="en-US" b="1">
                <a:ea typeface="+mn-lt"/>
                <a:cs typeface="+mn-lt"/>
              </a:rPr>
              <a:t>core functional and quality requirements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Define </a:t>
            </a:r>
            <a:r>
              <a:rPr lang="en-US" b="1">
                <a:ea typeface="+mn-lt"/>
                <a:cs typeface="+mn-lt"/>
              </a:rPr>
              <a:t>scope, constraints, and success metrics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Align all group members on </a:t>
            </a:r>
            <a:r>
              <a:rPr lang="en-US" b="1">
                <a:ea typeface="+mn-lt"/>
                <a:cs typeface="+mn-lt"/>
              </a:rPr>
              <a:t>vision and priorities</a:t>
            </a:r>
            <a:br>
              <a:rPr lang="en-US" b="1">
                <a:ea typeface="+mn-lt"/>
                <a:cs typeface="+mn-lt"/>
              </a:rPr>
            </a:b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i="1">
                <a:ea typeface="+mn-lt"/>
                <a:cs typeface="+mn-lt"/>
              </a:rPr>
              <a:t>Outcome:</a:t>
            </a:r>
            <a:r>
              <a:rPr lang="en-US">
                <a:ea typeface="+mn-lt"/>
                <a:cs typeface="+mn-lt"/>
              </a:rPr>
              <a:t> Stable foundation for design and architecture decisions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Peak 2 — Requirements Refinement (Iteration 3)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Evolve requirements based on </a:t>
            </a:r>
            <a:r>
              <a:rPr lang="en-US" b="1">
                <a:ea typeface="+mn-lt"/>
                <a:cs typeface="+mn-lt"/>
              </a:rPr>
              <a:t>feedback and testing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Adjust features and performance targets during iterations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Maintain </a:t>
            </a:r>
            <a:r>
              <a:rPr lang="en-US" b="1">
                <a:ea typeface="+mn-lt"/>
                <a:cs typeface="+mn-lt"/>
              </a:rPr>
              <a:t>traceability</a:t>
            </a:r>
            <a:r>
              <a:rPr lang="en-US">
                <a:ea typeface="+mn-lt"/>
                <a:cs typeface="+mn-lt"/>
              </a:rPr>
              <a:t> between goals and implementation</a:t>
            </a:r>
          </a:p>
          <a:p>
            <a:pPr>
              <a:buFont typeface="Arial"/>
              <a:buChar char="•"/>
            </a:pPr>
            <a:endParaRPr lang="en-US" i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i="1">
                <a:ea typeface="+mn-lt"/>
                <a:cs typeface="+mn-lt"/>
              </a:rPr>
              <a:t>Outcome:</a:t>
            </a:r>
            <a:r>
              <a:rPr lang="en-US">
                <a:ea typeface="+mn-lt"/>
                <a:cs typeface="+mn-lt"/>
              </a:rPr>
              <a:t> Flexible, development-informed improvements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pic>
        <p:nvPicPr>
          <p:cNvPr id="4" name="Picture 3" descr="Simple Outline Twin Peak Mountain Range Graphic Shape Icon 68738662 Vector  Art at Vecteezy">
            <a:extLst>
              <a:ext uri="{FF2B5EF4-FFF2-40B4-BE49-F238E27FC236}">
                <a16:creationId xmlns:a16="http://schemas.microsoft.com/office/drawing/2014/main" id="{ED57E2CD-CBA1-2313-7474-91F822098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957" y="2269941"/>
            <a:ext cx="2314223" cy="23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18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B53F7-BDED-2B1C-4C3B-33C4485F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0A9B4-4659-73B6-6D20-65D548CD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Architecturally Significant Requirements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B388255-9208-10A6-E475-7387FADB3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54692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594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C9E7-FEE7-88CF-C69F-C55E975F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Database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16EC0-2FC2-4522-1D3A-2F9A3951B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447"/>
            <a:ext cx="10515600" cy="458851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FR1_1:</a:t>
            </a:r>
            <a:r>
              <a:rPr lang="en-US">
                <a:ea typeface="+mn-lt"/>
                <a:cs typeface="+mn-lt"/>
              </a:rPr>
              <a:t> Store user authentication data (username, password, email, etc.).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FR1_2:</a:t>
            </a:r>
            <a:r>
              <a:rPr lang="en-US">
                <a:ea typeface="+mn-lt"/>
                <a:cs typeface="+mn-lt"/>
              </a:rPr>
              <a:t> Store user portfolios and manage personal holdings.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FR1_3:</a:t>
            </a:r>
            <a:r>
              <a:rPr lang="en-US">
                <a:ea typeface="+mn-lt"/>
                <a:cs typeface="+mn-lt"/>
              </a:rPr>
              <a:t> Expose secure endpoints for other microservices (e.g., portfolio, alert, analysis).</a:t>
            </a:r>
          </a:p>
          <a:p>
            <a:pPr>
              <a:buFont typeface="Arial"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QR1_1:</a:t>
            </a:r>
            <a:r>
              <a:rPr lang="en-US">
                <a:ea typeface="+mn-lt"/>
                <a:cs typeface="+mn-lt"/>
              </a:rPr>
              <a:t> Database needs to be readily available.</a:t>
            </a:r>
            <a:endParaRPr lang="en-US"/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QR1_2:</a:t>
            </a:r>
            <a:r>
              <a:rPr lang="en-US">
                <a:ea typeface="+mn-lt"/>
                <a:cs typeface="+mn-lt"/>
              </a:rPr>
              <a:t> User-specific information must be secure and not viewable by others.</a:t>
            </a:r>
            <a:endParaRPr lang="en-US"/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QR1_3:</a:t>
            </a:r>
            <a:r>
              <a:rPr lang="en-US">
                <a:ea typeface="+mn-lt"/>
                <a:cs typeface="+mn-lt"/>
              </a:rPr>
              <a:t> Passwords are encrypted.</a:t>
            </a:r>
          </a:p>
          <a:p>
            <a:pPr>
              <a:buFont typeface="Arial"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Databases for PostgreSQL</a:t>
            </a:r>
            <a:r>
              <a:rPr lang="en-US">
                <a:ea typeface="+mn-lt"/>
                <a:cs typeface="+mn-lt"/>
              </a:rPr>
              <a:t> or </a:t>
            </a:r>
            <a:r>
              <a:rPr lang="en-US" b="1" err="1">
                <a:ea typeface="+mn-lt"/>
                <a:cs typeface="+mn-lt"/>
              </a:rPr>
              <a:t>Cloudant</a:t>
            </a:r>
            <a:r>
              <a:rPr lang="en-US">
                <a:ea typeface="+mn-lt"/>
                <a:cs typeface="+mn-lt"/>
              </a:rPr>
              <a:t> (data storage)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IBM App ID</a:t>
            </a:r>
            <a:r>
              <a:rPr lang="en-US">
                <a:ea typeface="+mn-lt"/>
                <a:cs typeface="+mn-lt"/>
              </a:rPr>
              <a:t> (authentication)</a:t>
            </a:r>
          </a:p>
          <a:p>
            <a:pPr>
              <a:buFont typeface="Arial"/>
            </a:pPr>
            <a:r>
              <a:rPr lang="en-US" b="1">
                <a:ea typeface="+mn-lt"/>
                <a:cs typeface="+mn-lt"/>
              </a:rPr>
              <a:t>IBM API Connect</a:t>
            </a:r>
            <a:r>
              <a:rPr lang="en-US">
                <a:ea typeface="+mn-lt"/>
                <a:cs typeface="+mn-lt"/>
              </a:rPr>
              <a:t> (endpoint management)</a:t>
            </a: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Font typeface="Arial"/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Central repository for user data, ensuring high availability, encryption, and security.</a:t>
            </a:r>
            <a:endParaRPr lang="en-US"/>
          </a:p>
          <a:p>
            <a:pPr>
              <a:buFont typeface="Arial"/>
            </a:pPr>
            <a:endParaRPr lang="en-US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pic>
        <p:nvPicPr>
          <p:cNvPr id="5" name="Picture 4" descr="Database - Free seo and web icons">
            <a:extLst>
              <a:ext uri="{FF2B5EF4-FFF2-40B4-BE49-F238E27FC236}">
                <a16:creationId xmlns:a16="http://schemas.microsoft.com/office/drawing/2014/main" id="{1CDE8C83-FB6D-5755-52D3-9BC553AC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1734" y="2271888"/>
            <a:ext cx="2314223" cy="23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6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C6B2-56B8-3EEF-8B31-54880F5C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3BB6-B89F-A099-5CDB-E34A5A59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Stock Analysis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DB40D-4EBB-EFE0-9362-B25DFA132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30444" cy="4588844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FR2_1:</a:t>
            </a:r>
            <a:r>
              <a:rPr lang="en-US">
                <a:ea typeface="+mn-lt"/>
                <a:cs typeface="+mn-lt"/>
              </a:rPr>
              <a:t> Fetch and calculate technical indicators (e.g., RSI, MACD, Moving Averages).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FR2_2:</a:t>
            </a:r>
            <a:r>
              <a:rPr lang="en-US">
                <a:ea typeface="+mn-lt"/>
                <a:cs typeface="+mn-lt"/>
              </a:rPr>
              <a:t> Provide an interface allowing users to select stocks and view performance metrics.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QR2_1:</a:t>
            </a:r>
            <a:r>
              <a:rPr lang="en-US">
                <a:ea typeface="+mn-lt"/>
                <a:cs typeface="+mn-lt"/>
              </a:rPr>
              <a:t> Interface includes all graphs and metrics within one page.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QR2_2:</a:t>
            </a:r>
            <a:r>
              <a:rPr lang="en-US">
                <a:ea typeface="+mn-lt"/>
                <a:cs typeface="+mn-lt"/>
              </a:rPr>
              <a:t> Information must be correct and reliable for the given date range.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QR2_3:</a:t>
            </a:r>
            <a:r>
              <a:rPr lang="en-US">
                <a:ea typeface="+mn-lt"/>
                <a:cs typeface="+mn-lt"/>
              </a:rPr>
              <a:t> Data refresh speed under 2 seconds when loading a new stock.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Code Engine</a:t>
            </a:r>
            <a:r>
              <a:rPr lang="en-US">
                <a:ea typeface="+mn-lt"/>
                <a:cs typeface="+mn-lt"/>
              </a:rPr>
              <a:t> (analysis API runtime)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Event Streams</a:t>
            </a:r>
            <a:r>
              <a:rPr lang="en-US">
                <a:ea typeface="+mn-lt"/>
                <a:cs typeface="+mn-lt"/>
              </a:rPr>
              <a:t> (real-time updates)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Cloud Object Storage</a:t>
            </a:r>
            <a:r>
              <a:rPr lang="en-US">
                <a:ea typeface="+mn-lt"/>
                <a:cs typeface="+mn-lt"/>
              </a:rPr>
              <a:t> (historical data storage)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Provides reliable and fast market analysis with a streamlined user interface.</a:t>
            </a:r>
            <a:endParaRPr lang="en-US"/>
          </a:p>
          <a:p>
            <a:endParaRPr lang="en-US"/>
          </a:p>
        </p:txBody>
      </p:sp>
      <p:pic>
        <p:nvPicPr>
          <p:cNvPr id="5" name="Picture 4" descr="Stock market - Free business and finance icons">
            <a:extLst>
              <a:ext uri="{FF2B5EF4-FFF2-40B4-BE49-F238E27FC236}">
                <a16:creationId xmlns:a16="http://schemas.microsoft.com/office/drawing/2014/main" id="{72326FD9-FAEB-7EE9-EB9E-B4F2C6D34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807" y="2266243"/>
            <a:ext cx="2325512" cy="232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9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5A2F-039B-AE48-F862-ABF00D0CE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4FCC-1000-0C9A-E4B6-42E9B172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 News and Sentiment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E78AD-C848-4719-9E1A-5725871E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FR3_1:</a:t>
            </a:r>
            <a:r>
              <a:rPr lang="en-US">
                <a:ea typeface="+mn-lt"/>
                <a:cs typeface="+mn-lt"/>
              </a:rPr>
              <a:t> Fetch financial news articles and social media posts via external APIs.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FR3_2:</a:t>
            </a:r>
            <a:r>
              <a:rPr lang="en-US">
                <a:ea typeface="+mn-lt"/>
                <a:cs typeface="+mn-lt"/>
              </a:rPr>
              <a:t> Allow sorting and filtering by relevance, date, and sentiment.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QR3_1:</a:t>
            </a:r>
            <a:r>
              <a:rPr lang="en-US">
                <a:ea typeface="+mn-lt"/>
                <a:cs typeface="+mn-lt"/>
              </a:rPr>
              <a:t> Sentiment accuracy of at least 90% based on validation samples.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QR3_2:</a:t>
            </a:r>
            <a:r>
              <a:rPr lang="en-US">
                <a:ea typeface="+mn-lt"/>
                <a:cs typeface="+mn-lt"/>
              </a:rPr>
              <a:t> Sentiments must be visually digestible (multiple results visible per screen).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QR3_3:</a:t>
            </a:r>
            <a:r>
              <a:rPr lang="en-US">
                <a:ea typeface="+mn-lt"/>
                <a:cs typeface="+mn-lt"/>
              </a:rPr>
              <a:t> Ensure high reliability and data freshness from APIs.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Code Engine</a:t>
            </a:r>
            <a:r>
              <a:rPr lang="en-US">
                <a:ea typeface="+mn-lt"/>
                <a:cs typeface="+mn-lt"/>
              </a:rPr>
              <a:t> (data fetch and API exposure)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Watson NLU</a:t>
            </a:r>
            <a:r>
              <a:rPr lang="en-US">
                <a:ea typeface="+mn-lt"/>
                <a:cs typeface="+mn-lt"/>
              </a:rPr>
              <a:t> or </a:t>
            </a:r>
            <a:r>
              <a:rPr lang="en-US" b="1">
                <a:ea typeface="+mn-lt"/>
                <a:cs typeface="+mn-lt"/>
              </a:rPr>
              <a:t>Watson Discovery</a:t>
            </a:r>
            <a:r>
              <a:rPr lang="en-US">
                <a:ea typeface="+mn-lt"/>
                <a:cs typeface="+mn-lt"/>
              </a:rPr>
              <a:t> (sentiment and NLP analysis)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Cloud Object Storage</a:t>
            </a:r>
            <a:r>
              <a:rPr lang="en-US">
                <a:ea typeface="+mn-lt"/>
                <a:cs typeface="+mn-lt"/>
              </a:rPr>
              <a:t> (data caching)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Provides market news and sentiment analytics for research and trend discovery.</a:t>
            </a:r>
            <a:endParaRPr lang="en-US"/>
          </a:p>
          <a:p>
            <a:endParaRPr lang="en-US"/>
          </a:p>
        </p:txBody>
      </p:sp>
      <p:pic>
        <p:nvPicPr>
          <p:cNvPr id="6" name="Picture 5" descr="Download Free News Icons in PNG &amp; SVG">
            <a:extLst>
              <a:ext uri="{FF2B5EF4-FFF2-40B4-BE49-F238E27FC236}">
                <a16:creationId xmlns:a16="http://schemas.microsoft.com/office/drawing/2014/main" id="{0C45A506-3FCD-0C9B-740A-90418F529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711" y="1950156"/>
            <a:ext cx="2918179" cy="294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8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3E3C-D8AE-E679-F75C-246835AA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CA79-231D-A5A3-6CD8-DFDEDA58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Portfolio Management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0696A-8DA3-2EE4-31C0-263975F33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FR4_1:</a:t>
            </a:r>
            <a:r>
              <a:rPr lang="en-US">
                <a:ea typeface="+mn-lt"/>
                <a:cs typeface="+mn-lt"/>
              </a:rPr>
              <a:t> Store user portfolios and track personal holdings.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FR4_2:</a:t>
            </a:r>
            <a:r>
              <a:rPr lang="en-US">
                <a:ea typeface="+mn-lt"/>
                <a:cs typeface="+mn-lt"/>
              </a:rPr>
              <a:t> Provide dashboard APIs showing portfolio performance and P&amp;L.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QR4_1:</a:t>
            </a:r>
            <a:r>
              <a:rPr lang="en-US">
                <a:ea typeface="+mn-lt"/>
                <a:cs typeface="+mn-lt"/>
              </a:rPr>
              <a:t> Users can manage portfolios efficiently (insert/delete/update).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QR4_2:</a:t>
            </a:r>
            <a:r>
              <a:rPr lang="en-US">
                <a:ea typeface="+mn-lt"/>
                <a:cs typeface="+mn-lt"/>
              </a:rPr>
              <a:t> Guarantee data consistency.,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QR4_3:</a:t>
            </a:r>
            <a:r>
              <a:rPr lang="en-US">
                <a:ea typeface="+mn-lt"/>
                <a:cs typeface="+mn-lt"/>
              </a:rPr>
              <a:t> Ensure secure data access for each authenticated user.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Code Engine</a:t>
            </a:r>
            <a:r>
              <a:rPr lang="en-US">
                <a:ea typeface="+mn-lt"/>
                <a:cs typeface="+mn-lt"/>
              </a:rPr>
              <a:t> (backend service)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Db2 on Cloud</a:t>
            </a:r>
            <a:r>
              <a:rPr lang="en-US">
                <a:ea typeface="+mn-lt"/>
                <a:cs typeface="+mn-lt"/>
              </a:rPr>
              <a:t> (transactional database)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API Connect</a:t>
            </a:r>
            <a:r>
              <a:rPr lang="en-US">
                <a:ea typeface="+mn-lt"/>
                <a:cs typeface="+mn-lt"/>
              </a:rPr>
              <a:t> (dashboard API management)</a:t>
            </a:r>
            <a:endParaRPr lang="en-US"/>
          </a:p>
          <a:p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Offers robust, secure, and consistent management of portfolio data and performance metrics.</a:t>
            </a:r>
            <a:endParaRPr lang="en-US"/>
          </a:p>
          <a:p>
            <a:endParaRPr lang="en-US"/>
          </a:p>
        </p:txBody>
      </p:sp>
      <p:pic>
        <p:nvPicPr>
          <p:cNvPr id="4" name="Picture 3" descr="Portfolio - Free business and finance icons">
            <a:extLst>
              <a:ext uri="{FF2B5EF4-FFF2-40B4-BE49-F238E27FC236}">
                <a16:creationId xmlns:a16="http://schemas.microsoft.com/office/drawing/2014/main" id="{FE41E370-8DB5-0544-3EB6-384934144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445" y="2136423"/>
            <a:ext cx="2585155" cy="258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7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0047-D20F-4C37-0EE3-804EE50C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99E3-3530-5732-2B0D-768430A0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Alert and Notification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7B15-BBAA-AFDD-66CA-423C5FB5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FR5_1:</a:t>
            </a:r>
            <a:r>
              <a:rPr lang="en-US">
                <a:ea typeface="+mn-lt"/>
                <a:cs typeface="+mn-lt"/>
              </a:rPr>
              <a:t> Allow users to create alerts for price thresholds and other triggers.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FR5_2:</a:t>
            </a:r>
            <a:r>
              <a:rPr lang="en-US">
                <a:ea typeface="+mn-lt"/>
                <a:cs typeface="+mn-lt"/>
              </a:rPr>
              <a:t> Trigger notifications when thresholds are met and access relevant portfolio data.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FR5_3:</a:t>
            </a:r>
            <a:r>
              <a:rPr lang="en-US">
                <a:ea typeface="+mn-lt"/>
                <a:cs typeface="+mn-lt"/>
              </a:rPr>
              <a:t> Send alerts via email.</a:t>
            </a: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Font typeface="Arial"/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QR5_1:</a:t>
            </a:r>
            <a:r>
              <a:rPr lang="en-US">
                <a:ea typeface="+mn-lt"/>
                <a:cs typeface="+mn-lt"/>
              </a:rPr>
              <a:t> Deliver notifications within 10 seconds of trigger event.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QR5_2:</a:t>
            </a:r>
            <a:r>
              <a:rPr lang="en-US">
                <a:ea typeface="+mn-lt"/>
                <a:cs typeface="+mn-lt"/>
              </a:rPr>
              <a:t> Retry failed notifications up to three times.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QR5_3:</a:t>
            </a:r>
            <a:r>
              <a:rPr lang="en-US">
                <a:ea typeface="+mn-lt"/>
                <a:cs typeface="+mn-lt"/>
              </a:rPr>
              <a:t> Comply with IBM Cloud privacy and security standards.</a:t>
            </a:r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IBM Event Streams (Kafka)</a:t>
            </a:r>
            <a:r>
              <a:rPr lang="en-US">
                <a:ea typeface="+mn-lt"/>
                <a:cs typeface="+mn-lt"/>
              </a:rPr>
              <a:t> (trigger events)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IBM Functions</a:t>
            </a:r>
            <a:r>
              <a:rPr lang="en-US">
                <a:ea typeface="+mn-lt"/>
                <a:cs typeface="+mn-lt"/>
              </a:rPr>
              <a:t> (serverless event handling)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IBM Cloud Notifications</a:t>
            </a:r>
            <a:r>
              <a:rPr lang="en-US">
                <a:ea typeface="+mn-lt"/>
                <a:cs typeface="+mn-lt"/>
              </a:rPr>
              <a:t> or </a:t>
            </a:r>
            <a:r>
              <a:rPr lang="en-US" b="1">
                <a:ea typeface="+mn-lt"/>
                <a:cs typeface="+mn-lt"/>
              </a:rPr>
              <a:t>SendGrid integration</a:t>
            </a:r>
            <a:r>
              <a:rPr lang="en-US">
                <a:ea typeface="+mn-lt"/>
                <a:cs typeface="+mn-lt"/>
              </a:rPr>
              <a:t> (message delivery)</a:t>
            </a:r>
          </a:p>
          <a:p>
            <a:pPr>
              <a:buFont typeface="Arial"/>
              <a:buChar char="•"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Ensures timely and reliable alerts for market or portfolio changes using event-driven logic.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Notification - Free interface icons">
            <a:extLst>
              <a:ext uri="{FF2B5EF4-FFF2-40B4-BE49-F238E27FC236}">
                <a16:creationId xmlns:a16="http://schemas.microsoft.com/office/drawing/2014/main" id="{1651E9B6-B6F2-9DE4-D876-FF0402DF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67" y="2192866"/>
            <a:ext cx="2466623" cy="246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0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5D74-227A-9E78-F1C6-B6282CC2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Earnings Call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33BA-15DA-AEEA-EFFF-4558CE330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Functional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FR6_1:</a:t>
            </a:r>
            <a:r>
              <a:rPr lang="en-US">
                <a:ea typeface="+mn-lt"/>
                <a:cs typeface="+mn-lt"/>
              </a:rPr>
              <a:t> Fetch earnings call Q&amp;A based on quarter and stock.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FR6_2:</a:t>
            </a:r>
            <a:r>
              <a:rPr lang="en-US">
                <a:ea typeface="+mn-lt"/>
                <a:cs typeface="+mn-lt"/>
              </a:rPr>
              <a:t> Allow sorting by relevance and date.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Quality Requirements: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QR6_1: </a:t>
            </a:r>
            <a:r>
              <a:rPr lang="en-US">
                <a:ea typeface="+mn-lt"/>
                <a:cs typeface="+mn-lt"/>
              </a:rPr>
              <a:t>High data accuracy and timely updates.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QR6_2</a:t>
            </a:r>
            <a:r>
              <a:rPr lang="en-US">
                <a:ea typeface="+mn-lt"/>
                <a:cs typeface="+mn-lt"/>
              </a:rPr>
              <a:t>: Ensure efficient API response within 2 seconds.</a:t>
            </a:r>
            <a:endParaRPr lang="en-US"/>
          </a:p>
          <a:p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Potential IBM Cloud Products: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Code Engine</a:t>
            </a:r>
            <a:r>
              <a:rPr lang="en-US">
                <a:ea typeface="+mn-lt"/>
                <a:cs typeface="+mn-lt"/>
              </a:rPr>
              <a:t> (data fetch and processing)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IBM Cloud Object Storage</a:t>
            </a:r>
            <a:r>
              <a:rPr lang="en-US">
                <a:ea typeface="+mn-lt"/>
                <a:cs typeface="+mn-lt"/>
              </a:rPr>
              <a:t> (transcript storage)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Watson Discovery</a:t>
            </a:r>
            <a:r>
              <a:rPr lang="en-US">
                <a:ea typeface="+mn-lt"/>
                <a:cs typeface="+mn-lt"/>
              </a:rPr>
              <a:t> (relevance ranking and search)</a:t>
            </a:r>
            <a:endParaRPr lang="en-US"/>
          </a:p>
          <a:p>
            <a:pPr marL="0" indent="0">
              <a:buNone/>
            </a:pP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Purpose:</a:t>
            </a:r>
            <a:r>
              <a:rPr lang="en-US">
                <a:ea typeface="+mn-lt"/>
                <a:cs typeface="+mn-lt"/>
              </a:rPr>
              <a:t> Offers structured, searchable access to earnings call transcripts and Q&amp;A for investors.</a:t>
            </a:r>
            <a:endParaRPr lang="en-US"/>
          </a:p>
          <a:p>
            <a:endParaRPr lang="en-US"/>
          </a:p>
        </p:txBody>
      </p:sp>
      <p:pic>
        <p:nvPicPr>
          <p:cNvPr id="4" name="Picture 3" descr="Call - Free communications icons">
            <a:extLst>
              <a:ext uri="{FF2B5EF4-FFF2-40B4-BE49-F238E27FC236}">
                <a16:creationId xmlns:a16="http://schemas.microsoft.com/office/drawing/2014/main" id="{CEE944E4-441C-3603-7423-1C7C1A31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56" y="1825977"/>
            <a:ext cx="2777067" cy="277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6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6225-3343-D893-1789-CDC46D72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Modifiability Tactics (Class-&gt;Project)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7CB5D-42DB-8B44-B324-ED6C3CAFE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352"/>
            <a:ext cx="8137237" cy="467461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Goal:</a:t>
            </a:r>
            <a:r>
              <a:rPr lang="en-US" sz="2400">
                <a:ea typeface="+mn-lt"/>
                <a:cs typeface="+mn-lt"/>
              </a:rPr>
              <a:t> Enable the system to accommodate change with minimal impact and cost.</a:t>
            </a:r>
            <a:br>
              <a:rPr lang="en-US" sz="2400">
                <a:ea typeface="+mn-lt"/>
                <a:cs typeface="+mn-lt"/>
              </a:rPr>
            </a:br>
            <a:endParaRPr 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Encapsulation:</a:t>
            </a:r>
            <a:r>
              <a:rPr lang="en-US" sz="2400">
                <a:ea typeface="+mn-lt"/>
                <a:cs typeface="+mn-lt"/>
              </a:rPr>
              <a:t> Isolate logic in each microservice to minimize ripple effects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All services (core principle of microservices)</a:t>
            </a:r>
            <a:endParaRPr lang="en-US"/>
          </a:p>
          <a:p>
            <a:pPr marL="0" indent="0">
              <a:buNone/>
            </a:pPr>
            <a:endParaRPr lang="en-US" sz="2400" i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Use of Interfaces:</a:t>
            </a:r>
            <a:r>
              <a:rPr lang="en-US" sz="2400">
                <a:ea typeface="+mn-lt"/>
                <a:cs typeface="+mn-lt"/>
              </a:rPr>
              <a:t> Define API contracts for consistent inter-service communication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User Database, Portfolio Management, Stock Analysis</a:t>
            </a:r>
            <a:endParaRPr lang="en-US"/>
          </a:p>
          <a:p>
            <a:pPr marL="0" indent="0">
              <a:buNone/>
            </a:pPr>
            <a:endParaRPr lang="en-US" sz="2400" i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Indirection:</a:t>
            </a:r>
            <a:r>
              <a:rPr lang="en-US" sz="2400">
                <a:ea typeface="+mn-lt"/>
                <a:cs typeface="+mn-lt"/>
              </a:rPr>
              <a:t> Use API Gateway for routing and service discovery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System-wide (IBM API Connect managing all service endpoints)</a:t>
            </a:r>
            <a:endParaRPr lang="en-US"/>
          </a:p>
          <a:p>
            <a:pPr marL="0" indent="0">
              <a:buNone/>
            </a:pPr>
            <a:endParaRPr lang="en-US" sz="2400" i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Modularization:</a:t>
            </a:r>
            <a:r>
              <a:rPr lang="en-US" sz="2400">
                <a:ea typeface="+mn-lt"/>
                <a:cs typeface="+mn-lt"/>
              </a:rPr>
              <a:t> Separate services by concern (data, analytics, notifications)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User Database + Portfolio (data), Stock Analysis + Market News</a:t>
            </a:r>
            <a:endParaRPr lang="en-US"/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</p:txBody>
      </p:sp>
      <p:pic>
        <p:nvPicPr>
          <p:cNvPr id="4" name="Picture 3" descr="Download Free Modifiable Icons in PNG &amp; SVG">
            <a:extLst>
              <a:ext uri="{FF2B5EF4-FFF2-40B4-BE49-F238E27FC236}">
                <a16:creationId xmlns:a16="http://schemas.microsoft.com/office/drawing/2014/main" id="{D083DD6B-1D48-ABE1-9169-58B549F6F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7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321F2-D9DD-EF63-92A5-F586F9915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9D29-5D34-6FC5-331E-22FD0404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Performance Tactics (Class-&gt;Project)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FDAAC-0ABD-5A9C-A3D9-BE3E93705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4"/>
            <a:ext cx="8251384" cy="473233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Goal:</a:t>
            </a:r>
            <a:r>
              <a:rPr lang="en-US" sz="2400">
                <a:ea typeface="+mn-lt"/>
                <a:cs typeface="+mn-lt"/>
              </a:rPr>
              <a:t> Achieve low latency and fast response under varying load conditions.</a:t>
            </a:r>
            <a:endParaRPr lang="en-US"/>
          </a:p>
          <a:p>
            <a:pPr>
              <a:buNone/>
            </a:pPr>
            <a:endParaRPr lang="en-US" sz="240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400" b="1">
                <a:ea typeface="+mn-lt"/>
                <a:cs typeface="+mn-lt"/>
              </a:rPr>
              <a:t>Resource Demand Management:</a:t>
            </a:r>
            <a:r>
              <a:rPr lang="en-US" sz="2400">
                <a:ea typeface="+mn-lt"/>
                <a:cs typeface="+mn-lt"/>
              </a:rPr>
              <a:t> Use caching and asynchronous event pipelines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Stock Analysis, Market News, Alert Service</a:t>
            </a:r>
            <a:endParaRPr lang="en-US" i="1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i="1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400" b="1">
                <a:ea typeface="+mn-lt"/>
                <a:cs typeface="+mn-lt"/>
              </a:rPr>
              <a:t>Concurrency:</a:t>
            </a:r>
            <a:r>
              <a:rPr lang="en-US" sz="2400">
                <a:ea typeface="+mn-lt"/>
                <a:cs typeface="+mn-lt"/>
              </a:rPr>
              <a:t> Enable parallel processing in compute-heavy services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Stock Analysis, Earnings Call</a:t>
            </a:r>
            <a:endParaRPr lang="en-US" i="1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i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Load Balancing:</a:t>
            </a:r>
            <a:r>
              <a:rPr lang="en-US" sz="2400">
                <a:ea typeface="+mn-lt"/>
                <a:cs typeface="+mn-lt"/>
              </a:rPr>
              <a:t> Distribute incoming traffic across multiple instances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User Database, Stock Analysis, Portfolio Management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0" indent="0">
              <a:buFont typeface="Arial"/>
            </a:pPr>
            <a:endParaRPr lang="en-US"/>
          </a:p>
        </p:txBody>
      </p:sp>
      <p:pic>
        <p:nvPicPr>
          <p:cNvPr id="4" name="Picture 3" descr="Performance - Free seo and web icons">
            <a:extLst>
              <a:ext uri="{FF2B5EF4-FFF2-40B4-BE49-F238E27FC236}">
                <a16:creationId xmlns:a16="http://schemas.microsoft.com/office/drawing/2014/main" id="{FB5C3880-4DB4-F1EC-3B64-7EDD63AE4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365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FB10-E92A-4195-7B21-A2E76AF5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B4AD-F3F0-DEFA-5E9D-98135596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Availability Tactics (Class-&gt;Project)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1E33E-E76F-90DF-CDB2-957CCC7B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4"/>
            <a:ext cx="8114146" cy="473233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Goal:</a:t>
            </a:r>
            <a:r>
              <a:rPr lang="en-US" sz="2400">
                <a:ea typeface="+mn-lt"/>
                <a:cs typeface="+mn-lt"/>
              </a:rPr>
              <a:t> Maximize uptime and ensure resilience against failures.</a:t>
            </a:r>
            <a:br>
              <a:rPr lang="en-US" sz="2400">
                <a:ea typeface="+mn-lt"/>
                <a:cs typeface="+mn-lt"/>
              </a:rPr>
            </a:br>
            <a:endParaRPr lang="en-US" sz="2400"/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Fault Detection:</a:t>
            </a:r>
            <a:r>
              <a:rPr lang="en-US" sz="2400">
                <a:ea typeface="+mn-lt"/>
                <a:cs typeface="+mn-lt"/>
              </a:rPr>
              <a:t> Health checks, centralized logging, and alerting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 → </a:t>
            </a:r>
            <a:r>
              <a:rPr lang="en-US" sz="2400" i="1">
                <a:ea typeface="+mn-lt"/>
                <a:cs typeface="+mn-lt"/>
              </a:rPr>
              <a:t>All services (via IBM Cloud Monitoring and Log Analysis)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/>
          </a:p>
          <a:p>
            <a:pPr>
              <a:buFont typeface="Arial"/>
            </a:pPr>
            <a:r>
              <a:rPr lang="en-US" sz="2400" b="1">
                <a:ea typeface="+mn-lt"/>
                <a:cs typeface="+mn-lt"/>
              </a:rPr>
              <a:t>Fault Recovery:</a:t>
            </a:r>
            <a:r>
              <a:rPr lang="en-US" sz="2400">
                <a:ea typeface="+mn-lt"/>
                <a:cs typeface="+mn-lt"/>
              </a:rPr>
              <a:t> Use retries, rollback mechanisms, and redundant database replicas.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    → </a:t>
            </a:r>
            <a:r>
              <a:rPr lang="en-US" sz="2000" i="1">
                <a:ea typeface="+mn-lt"/>
                <a:cs typeface="+mn-lt"/>
              </a:rPr>
              <a:t>User Database, Alert and Notification Service</a:t>
            </a:r>
            <a:endParaRPr lang="en-US" sz="2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Redundancy:</a:t>
            </a:r>
            <a:r>
              <a:rPr lang="en-US" sz="2400">
                <a:ea typeface="+mn-lt"/>
                <a:cs typeface="+mn-lt"/>
              </a:rPr>
              <a:t> Deploy multi-zone instances for failover and data durability.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   → </a:t>
            </a:r>
            <a:r>
              <a:rPr lang="en-US" sz="2400" i="1">
                <a:ea typeface="+mn-lt"/>
                <a:cs typeface="+mn-lt"/>
              </a:rPr>
              <a:t>User Database, Portfolio Management</a:t>
            </a:r>
            <a:endParaRPr lang="en-US" sz="2400"/>
          </a:p>
          <a:p>
            <a:pPr>
              <a:buFont typeface="Arial,Sans-Serif"/>
            </a:pPr>
            <a:endParaRPr lang="en-US"/>
          </a:p>
          <a:p>
            <a:pPr marL="0" indent="0">
              <a:buFont typeface="Arial"/>
            </a:pPr>
            <a:endParaRPr lang="en-US"/>
          </a:p>
        </p:txBody>
      </p:sp>
      <p:pic>
        <p:nvPicPr>
          <p:cNvPr id="4" name="Picture 3" descr="Availability - Free time and date icons">
            <a:extLst>
              <a:ext uri="{FF2B5EF4-FFF2-40B4-BE49-F238E27FC236}">
                <a16:creationId xmlns:a16="http://schemas.microsoft.com/office/drawing/2014/main" id="{B2F71CA7-7452-D1BB-9E0F-C0259306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053" y="2098963"/>
            <a:ext cx="2660074" cy="267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60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E248F-52A6-D13E-311E-31B50FED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7E9BA-65FD-4FD1-57F2-901CC506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4900">
                <a:ea typeface="+mj-lt"/>
                <a:cs typeface="+mj-lt"/>
              </a:rPr>
              <a:t>Iteration 1 - Core setup (Oct 14 – 20)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4DFB8B9-18E8-8D78-776A-8A66474C0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990925"/>
              </p:ext>
            </p:extLst>
          </p:nvPr>
        </p:nvGraphicFramePr>
        <p:xfrm>
          <a:off x="1080929" y="1770778"/>
          <a:ext cx="10255477" cy="4105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449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702EA3-8FD8-F7D5-821B-25505B65A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9954" y="636372"/>
            <a:ext cx="7492093" cy="542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55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A2748-AB3C-397A-0CDC-FCD4F1E3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6712C4F-1617-C9CB-E0D4-2B0E9CF09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7D4C6-3656-4AE3-8E2C-55F51598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4000"/>
              <a:t>Iteration 2 - Data &amp; Analysis Core (Oct 21 – Nov 3)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5E0187-C8BC-942F-983A-F5CC6D449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AC3B494-F938-A27B-EABF-FFF533D810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7" name="Rectangle 86">
            <a:extLst>
              <a:ext uri="{FF2B5EF4-FFF2-40B4-BE49-F238E27FC236}">
                <a16:creationId xmlns:a16="http://schemas.microsoft.com/office/drawing/2014/main" id="{06DDD3D3-2E6D-0E88-A8AD-C51924873B4C}"/>
              </a:ext>
            </a:extLst>
          </p:cNvPr>
          <p:cNvSpPr/>
          <p:nvPr/>
        </p:nvSpPr>
        <p:spPr>
          <a:xfrm>
            <a:off x="2962140" y="1552433"/>
            <a:ext cx="2477580" cy="99936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85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portfolio manager&#10;&#10;AI-generated content may be incorrect.">
            <a:extLst>
              <a:ext uri="{FF2B5EF4-FFF2-40B4-BE49-F238E27FC236}">
                <a16:creationId xmlns:a16="http://schemas.microsoft.com/office/drawing/2014/main" id="{FE90452E-4287-664D-DE53-BE5A16D9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7"/>
          <a:stretch>
            <a:fillRect/>
          </a:stretch>
        </p:blipFill>
        <p:spPr>
          <a:xfrm>
            <a:off x="378198" y="210127"/>
            <a:ext cx="11435624" cy="64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8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59CCE-E98A-9C67-3D70-86A20D9E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9B5DF62-EE58-3C7D-5BE6-B0B943956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6C0DC-254C-8ED6-446C-6AEFFC4E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Iteration 3 – Intelligence &amp; Alerts (Nov 4 – Nov 17)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C7439A-A01C-EFB6-0D7A-B55E939E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6209922-0A41-1693-3E78-3F631CD598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7" name="Rectangle 86">
            <a:extLst>
              <a:ext uri="{FF2B5EF4-FFF2-40B4-BE49-F238E27FC236}">
                <a16:creationId xmlns:a16="http://schemas.microsoft.com/office/drawing/2014/main" id="{B7A4F32D-CEEF-D13B-202E-5CA012C6C069}"/>
              </a:ext>
            </a:extLst>
          </p:cNvPr>
          <p:cNvSpPr/>
          <p:nvPr/>
        </p:nvSpPr>
        <p:spPr>
          <a:xfrm>
            <a:off x="5945746" y="1561562"/>
            <a:ext cx="2715295" cy="91225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27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88F42-4AED-E633-E0A6-D14967E5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FCF37B-DDF2-6C8F-7DD3-4CB302684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DAB2E-DA9A-17F3-6B72-53789B93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 fontScale="90000"/>
          </a:bodyPr>
          <a:lstStyle/>
          <a:p>
            <a:r>
              <a:rPr lang="en-US" sz="4000">
                <a:ea typeface="+mj-lt"/>
                <a:cs typeface="+mj-lt"/>
              </a:rPr>
              <a:t>Iteration 4 – Integration &amp; Finalization (Nov 18 – Dec 1)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B26570-FB54-5F73-812A-8D797043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42387DB-0E31-B941-6EF4-A58DDBC623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7" name="Rectangle 86">
            <a:extLst>
              <a:ext uri="{FF2B5EF4-FFF2-40B4-BE49-F238E27FC236}">
                <a16:creationId xmlns:a16="http://schemas.microsoft.com/office/drawing/2014/main" id="{D6C26E55-21A0-16BB-745E-1CFECD916FA1}"/>
              </a:ext>
            </a:extLst>
          </p:cNvPr>
          <p:cNvSpPr/>
          <p:nvPr/>
        </p:nvSpPr>
        <p:spPr>
          <a:xfrm>
            <a:off x="9012842" y="1542537"/>
            <a:ext cx="2336664" cy="991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2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19</Slides>
  <Notes>0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Stock Research Application Project Progress Report #1</vt:lpstr>
      <vt:lpstr>Microservices (Features)</vt:lpstr>
      <vt:lpstr>Two Peaks Requirement Approach</vt:lpstr>
      <vt:lpstr>Architecturally Significant Requirements</vt:lpstr>
      <vt:lpstr>User Database Service</vt:lpstr>
      <vt:lpstr>Stock Analysis Service</vt:lpstr>
      <vt:lpstr>Market News and Sentiment Service</vt:lpstr>
      <vt:lpstr>Portfolio Management Service</vt:lpstr>
      <vt:lpstr>Alert and Notification Service</vt:lpstr>
      <vt:lpstr>Earnings Call Service</vt:lpstr>
      <vt:lpstr>Modifiability Tactics (Class-&gt;Project)</vt:lpstr>
      <vt:lpstr>Performance Tactics (Class-&gt;Project)</vt:lpstr>
      <vt:lpstr>Availability Tactics (Class-&gt;Project)</vt:lpstr>
      <vt:lpstr>Iteration 1 - Core setup (Oct 14 – 20)</vt:lpstr>
      <vt:lpstr>PowerPoint Presentation</vt:lpstr>
      <vt:lpstr>Iteration 2 - Data &amp; Analysis Core (Oct 21 – Nov 3)</vt:lpstr>
      <vt:lpstr>PowerPoint Presentation</vt:lpstr>
      <vt:lpstr>Iteration 3 – Intelligence &amp; Alerts (Nov 4 – Nov 17)</vt:lpstr>
      <vt:lpstr>Iteration 4 – Integration &amp; Finalization (Nov 18 – Dec 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2025-10-14T23:01:34Z</dcterms:created>
  <dcterms:modified xsi:type="dcterms:W3CDTF">2025-10-16T00:20:21Z</dcterms:modified>
</cp:coreProperties>
</file>