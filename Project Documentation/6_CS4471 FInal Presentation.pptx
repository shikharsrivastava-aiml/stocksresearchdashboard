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1" r:id="rId4"/>
    <p:sldId id="257" r:id="rId5"/>
    <p:sldId id="259" r:id="rId6"/>
    <p:sldId id="258" r:id="rId7"/>
    <p:sldId id="260" r:id="rId8"/>
    <p:sldId id="262" r:id="rId9"/>
    <p:sldId id="265" r:id="rId10"/>
    <p:sldId id="264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D6538-4824-158D-BB79-43BFDBCAE136}" v="55" dt="2025-12-03T23:52:16.762"/>
    <p1510:client id="{499E2873-45F5-BF73-C8E8-EDA51402EB07}" v="68" dt="2025-12-03T20:43:47.048"/>
    <p1510:client id="{C5B4B86E-7087-AA4A-8220-63884EB07C3D}" v="2" dt="2025-12-03T23:40:08.654"/>
    <p1510:client id="{C6829894-7E42-8486-06D0-BD72804583D9}" v="66" dt="2025-12-03T23:02:40.178"/>
    <p1510:client id="{E08C5ED4-C389-0AF7-14DF-9529F4F70D3E}" v="70" dt="2025-12-03T23:45:16.433"/>
    <p1510:client id="{E5FBE2DA-D0E0-41AC-D84B-E59CCDC54A0E}" v="209" dt="2025-12-03T23:34:46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CF8FF6-D8D3-4B07-A8D5-8AA2AB6D14E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65EAE1-F887-4254-B034-585480FF54B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Stock symbol search</a:t>
          </a:r>
          <a:endParaRPr lang="en-US"/>
        </a:p>
      </dgm:t>
    </dgm:pt>
    <dgm:pt modelId="{08529FBD-C9BD-4214-8E62-6D610F8C6050}" type="parTrans" cxnId="{246D310C-0B2A-406C-800A-79C05382B0E8}">
      <dgm:prSet/>
      <dgm:spPr/>
      <dgm:t>
        <a:bodyPr/>
        <a:lstStyle/>
        <a:p>
          <a:endParaRPr lang="en-US"/>
        </a:p>
      </dgm:t>
    </dgm:pt>
    <dgm:pt modelId="{60188CF1-B4F9-4764-B845-ECD72C56406B}" type="sibTrans" cxnId="{246D310C-0B2A-406C-800A-79C05382B0E8}">
      <dgm:prSet/>
      <dgm:spPr/>
      <dgm:t>
        <a:bodyPr/>
        <a:lstStyle/>
        <a:p>
          <a:endParaRPr lang="en-US"/>
        </a:p>
      </dgm:t>
    </dgm:pt>
    <dgm:pt modelId="{2138A02D-CDF6-4DCE-AB31-CE938CEA920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Live or near-real-time price lookups</a:t>
          </a:r>
          <a:endParaRPr lang="en-US"/>
        </a:p>
      </dgm:t>
    </dgm:pt>
    <dgm:pt modelId="{D4DB2450-1277-476E-A5A5-1DAF0AE6261D}" type="parTrans" cxnId="{22559952-9705-4BA8-9E8C-F00271D249A1}">
      <dgm:prSet/>
      <dgm:spPr/>
      <dgm:t>
        <a:bodyPr/>
        <a:lstStyle/>
        <a:p>
          <a:endParaRPr lang="en-US"/>
        </a:p>
      </dgm:t>
    </dgm:pt>
    <dgm:pt modelId="{5796EDC6-B792-4A93-84FF-D0B0B681762E}" type="sibTrans" cxnId="{22559952-9705-4BA8-9E8C-F00271D249A1}">
      <dgm:prSet/>
      <dgm:spPr/>
      <dgm:t>
        <a:bodyPr/>
        <a:lstStyle/>
        <a:p>
          <a:endParaRPr lang="en-US"/>
        </a:p>
      </dgm:t>
    </dgm:pt>
    <dgm:pt modelId="{A61D15B5-40AF-4E1A-ACF6-02E4418CBBE5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Historical charts</a:t>
          </a:r>
          <a:endParaRPr lang="en-US"/>
        </a:p>
      </dgm:t>
    </dgm:pt>
    <dgm:pt modelId="{F0134001-5E88-45A0-A6A0-49C89395577A}" type="parTrans" cxnId="{D908E47F-27B9-443E-A38A-C9B3D10B8330}">
      <dgm:prSet/>
      <dgm:spPr/>
      <dgm:t>
        <a:bodyPr/>
        <a:lstStyle/>
        <a:p>
          <a:endParaRPr lang="en-US"/>
        </a:p>
      </dgm:t>
    </dgm:pt>
    <dgm:pt modelId="{47B0CA42-58B4-40CB-8B1C-9190AF83ED51}" type="sibTrans" cxnId="{D908E47F-27B9-443E-A38A-C9B3D10B8330}">
      <dgm:prSet/>
      <dgm:spPr/>
      <dgm:t>
        <a:bodyPr/>
        <a:lstStyle/>
        <a:p>
          <a:endParaRPr lang="en-US"/>
        </a:p>
      </dgm:t>
    </dgm:pt>
    <dgm:pt modelId="{587CE53D-4253-43A5-BA9C-3156FEB636B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Technical indicators (MA, RSI, MACD, etc.)</a:t>
          </a:r>
          <a:endParaRPr lang="en-US"/>
        </a:p>
      </dgm:t>
    </dgm:pt>
    <dgm:pt modelId="{80012250-3A06-4FB7-80F4-B450E50393A0}" type="parTrans" cxnId="{806CB067-A1F4-4285-9896-0C5589BC4DF5}">
      <dgm:prSet/>
      <dgm:spPr/>
      <dgm:t>
        <a:bodyPr/>
        <a:lstStyle/>
        <a:p>
          <a:endParaRPr lang="en-US"/>
        </a:p>
      </dgm:t>
    </dgm:pt>
    <dgm:pt modelId="{7C7952EA-B47E-4512-80F3-D5C45F38BB91}" type="sibTrans" cxnId="{806CB067-A1F4-4285-9896-0C5589BC4DF5}">
      <dgm:prSet/>
      <dgm:spPr/>
      <dgm:t>
        <a:bodyPr/>
        <a:lstStyle/>
        <a:p>
          <a:endParaRPr lang="en-US"/>
        </a:p>
      </dgm:t>
    </dgm:pt>
    <dgm:pt modelId="{AD8EDA5B-68C8-432D-96B7-F9D6F9278E6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News + sentiment information</a:t>
          </a:r>
          <a:endParaRPr lang="en-US"/>
        </a:p>
      </dgm:t>
    </dgm:pt>
    <dgm:pt modelId="{97B9C442-3D3C-4350-AEB1-91279707715A}" type="parTrans" cxnId="{C444885A-D121-4CD0-96A3-9D8903951E41}">
      <dgm:prSet/>
      <dgm:spPr/>
      <dgm:t>
        <a:bodyPr/>
        <a:lstStyle/>
        <a:p>
          <a:endParaRPr lang="en-US"/>
        </a:p>
      </dgm:t>
    </dgm:pt>
    <dgm:pt modelId="{F5EFD6E0-21F8-4414-9A2E-49A7229B363F}" type="sibTrans" cxnId="{C444885A-D121-4CD0-96A3-9D8903951E41}">
      <dgm:prSet/>
      <dgm:spPr/>
      <dgm:t>
        <a:bodyPr/>
        <a:lstStyle/>
        <a:p>
          <a:endParaRPr lang="en-US"/>
        </a:p>
      </dgm:t>
    </dgm:pt>
    <dgm:pt modelId="{17C6DF14-D0AF-419F-BCF5-4F969F55F05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Portfolio Management</a:t>
          </a:r>
          <a:endParaRPr lang="en-US"/>
        </a:p>
      </dgm:t>
    </dgm:pt>
    <dgm:pt modelId="{CB9AADE1-2A9D-4C3C-B8EE-28560BB89676}" type="parTrans" cxnId="{91FCC055-3DDD-4331-B15A-978788ABE5B1}">
      <dgm:prSet/>
      <dgm:spPr/>
      <dgm:t>
        <a:bodyPr/>
        <a:lstStyle/>
        <a:p>
          <a:endParaRPr lang="en-US"/>
        </a:p>
      </dgm:t>
    </dgm:pt>
    <dgm:pt modelId="{509A765F-BA58-433C-99D6-90D9E22AB244}" type="sibTrans" cxnId="{91FCC055-3DDD-4331-B15A-978788ABE5B1}">
      <dgm:prSet/>
      <dgm:spPr/>
      <dgm:t>
        <a:bodyPr/>
        <a:lstStyle/>
        <a:p>
          <a:endParaRPr lang="en-US"/>
        </a:p>
      </dgm:t>
    </dgm:pt>
    <dgm:pt modelId="{9C2CCA74-6474-41BD-9B08-4223232874BE}" type="pres">
      <dgm:prSet presAssocID="{CDCF8FF6-D8D3-4B07-A8D5-8AA2AB6D14E6}" presName="root" presStyleCnt="0">
        <dgm:presLayoutVars>
          <dgm:dir/>
          <dgm:resizeHandles val="exact"/>
        </dgm:presLayoutVars>
      </dgm:prSet>
      <dgm:spPr/>
    </dgm:pt>
    <dgm:pt modelId="{63A665F3-1186-4BEC-AAD3-983B7A3CEF3C}" type="pres">
      <dgm:prSet presAssocID="{E265EAE1-F887-4254-B034-585480FF54B6}" presName="compNode" presStyleCnt="0"/>
      <dgm:spPr/>
    </dgm:pt>
    <dgm:pt modelId="{0FA76AC4-A36E-4D97-A5AF-A897875B4DAC}" type="pres">
      <dgm:prSet presAssocID="{E265EAE1-F887-4254-B034-585480FF54B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8B58DA8-DBA1-4BCE-851C-5309CE6936D5}" type="pres">
      <dgm:prSet presAssocID="{E265EAE1-F887-4254-B034-585480FF54B6}" presName="spaceRect" presStyleCnt="0"/>
      <dgm:spPr/>
    </dgm:pt>
    <dgm:pt modelId="{B59B54B5-D56F-4A5E-B824-A867EA9A75D6}" type="pres">
      <dgm:prSet presAssocID="{E265EAE1-F887-4254-B034-585480FF54B6}" presName="textRect" presStyleLbl="revTx" presStyleIdx="0" presStyleCnt="6">
        <dgm:presLayoutVars>
          <dgm:chMax val="1"/>
          <dgm:chPref val="1"/>
        </dgm:presLayoutVars>
      </dgm:prSet>
      <dgm:spPr/>
    </dgm:pt>
    <dgm:pt modelId="{29482444-97C6-4B74-99B5-9175D7689D91}" type="pres">
      <dgm:prSet presAssocID="{60188CF1-B4F9-4764-B845-ECD72C56406B}" presName="sibTrans" presStyleCnt="0"/>
      <dgm:spPr/>
    </dgm:pt>
    <dgm:pt modelId="{2DF74AF5-2226-411A-AB09-8DD21E45C737}" type="pres">
      <dgm:prSet presAssocID="{2138A02D-CDF6-4DCE-AB31-CE938CEA9207}" presName="compNode" presStyleCnt="0"/>
      <dgm:spPr/>
    </dgm:pt>
    <dgm:pt modelId="{CA2707EF-A50F-4548-94E0-26DDB7A13FDA}" type="pres">
      <dgm:prSet presAssocID="{2138A02D-CDF6-4DCE-AB31-CE938CEA920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9E23BE9-E2E0-47E3-99A3-046D40645F15}" type="pres">
      <dgm:prSet presAssocID="{2138A02D-CDF6-4DCE-AB31-CE938CEA9207}" presName="spaceRect" presStyleCnt="0"/>
      <dgm:spPr/>
    </dgm:pt>
    <dgm:pt modelId="{2BD36009-23AB-4B84-9BFC-FDD479F96104}" type="pres">
      <dgm:prSet presAssocID="{2138A02D-CDF6-4DCE-AB31-CE938CEA9207}" presName="textRect" presStyleLbl="revTx" presStyleIdx="1" presStyleCnt="6">
        <dgm:presLayoutVars>
          <dgm:chMax val="1"/>
          <dgm:chPref val="1"/>
        </dgm:presLayoutVars>
      </dgm:prSet>
      <dgm:spPr/>
    </dgm:pt>
    <dgm:pt modelId="{049295D3-8CE3-4432-B445-7946FF8B33F0}" type="pres">
      <dgm:prSet presAssocID="{5796EDC6-B792-4A93-84FF-D0B0B681762E}" presName="sibTrans" presStyleCnt="0"/>
      <dgm:spPr/>
    </dgm:pt>
    <dgm:pt modelId="{FCE055B7-67A1-4179-A8E7-E7A2A69F52AC}" type="pres">
      <dgm:prSet presAssocID="{A61D15B5-40AF-4E1A-ACF6-02E4418CBBE5}" presName="compNode" presStyleCnt="0"/>
      <dgm:spPr/>
    </dgm:pt>
    <dgm:pt modelId="{39172310-4919-43F4-A8DE-8FA4DD7AC863}" type="pres">
      <dgm:prSet presAssocID="{A61D15B5-40AF-4E1A-ACF6-02E4418CBBE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5F2B8DD-B308-486C-A942-B6EA0FF30A09}" type="pres">
      <dgm:prSet presAssocID="{A61D15B5-40AF-4E1A-ACF6-02E4418CBBE5}" presName="spaceRect" presStyleCnt="0"/>
      <dgm:spPr/>
    </dgm:pt>
    <dgm:pt modelId="{A8E78F28-3851-4308-AE58-B000B30218A4}" type="pres">
      <dgm:prSet presAssocID="{A61D15B5-40AF-4E1A-ACF6-02E4418CBBE5}" presName="textRect" presStyleLbl="revTx" presStyleIdx="2" presStyleCnt="6">
        <dgm:presLayoutVars>
          <dgm:chMax val="1"/>
          <dgm:chPref val="1"/>
        </dgm:presLayoutVars>
      </dgm:prSet>
      <dgm:spPr/>
    </dgm:pt>
    <dgm:pt modelId="{4A508095-29B6-4BB7-AEAD-7569C478EE7C}" type="pres">
      <dgm:prSet presAssocID="{47B0CA42-58B4-40CB-8B1C-9190AF83ED51}" presName="sibTrans" presStyleCnt="0"/>
      <dgm:spPr/>
    </dgm:pt>
    <dgm:pt modelId="{F98C0EFC-7464-4143-A145-40AC372817B6}" type="pres">
      <dgm:prSet presAssocID="{587CE53D-4253-43A5-BA9C-3156FEB636B2}" presName="compNode" presStyleCnt="0"/>
      <dgm:spPr/>
    </dgm:pt>
    <dgm:pt modelId="{85B8DDAB-9AF3-4129-88CE-54C3F9466A7E}" type="pres">
      <dgm:prSet presAssocID="{587CE53D-4253-43A5-BA9C-3156FEB636B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9B35E28-2C5F-4BC6-A830-8D16464F7FE9}" type="pres">
      <dgm:prSet presAssocID="{587CE53D-4253-43A5-BA9C-3156FEB636B2}" presName="spaceRect" presStyleCnt="0"/>
      <dgm:spPr/>
    </dgm:pt>
    <dgm:pt modelId="{5998578E-4424-4558-AEF1-89C8A2002083}" type="pres">
      <dgm:prSet presAssocID="{587CE53D-4253-43A5-BA9C-3156FEB636B2}" presName="textRect" presStyleLbl="revTx" presStyleIdx="3" presStyleCnt="6">
        <dgm:presLayoutVars>
          <dgm:chMax val="1"/>
          <dgm:chPref val="1"/>
        </dgm:presLayoutVars>
      </dgm:prSet>
      <dgm:spPr/>
    </dgm:pt>
    <dgm:pt modelId="{6C0919B3-2EF6-4837-A2D9-1B71044D42F3}" type="pres">
      <dgm:prSet presAssocID="{7C7952EA-B47E-4512-80F3-D5C45F38BB91}" presName="sibTrans" presStyleCnt="0"/>
      <dgm:spPr/>
    </dgm:pt>
    <dgm:pt modelId="{CC60324C-F0DA-4570-9357-838CEA7C9A19}" type="pres">
      <dgm:prSet presAssocID="{AD8EDA5B-68C8-432D-96B7-F9D6F9278E6D}" presName="compNode" presStyleCnt="0"/>
      <dgm:spPr/>
    </dgm:pt>
    <dgm:pt modelId="{D8968054-4149-40E7-9B39-29A97F1958C7}" type="pres">
      <dgm:prSet presAssocID="{AD8EDA5B-68C8-432D-96B7-F9D6F9278E6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AB138A9-1175-4A07-918C-5BA0F4DBA0A1}" type="pres">
      <dgm:prSet presAssocID="{AD8EDA5B-68C8-432D-96B7-F9D6F9278E6D}" presName="spaceRect" presStyleCnt="0"/>
      <dgm:spPr/>
    </dgm:pt>
    <dgm:pt modelId="{8E58E272-7034-4175-A99B-68F33A7D780D}" type="pres">
      <dgm:prSet presAssocID="{AD8EDA5B-68C8-432D-96B7-F9D6F9278E6D}" presName="textRect" presStyleLbl="revTx" presStyleIdx="4" presStyleCnt="6">
        <dgm:presLayoutVars>
          <dgm:chMax val="1"/>
          <dgm:chPref val="1"/>
        </dgm:presLayoutVars>
      </dgm:prSet>
      <dgm:spPr/>
    </dgm:pt>
    <dgm:pt modelId="{1676BB3B-E430-49EF-82F2-291343AB181C}" type="pres">
      <dgm:prSet presAssocID="{F5EFD6E0-21F8-4414-9A2E-49A7229B363F}" presName="sibTrans" presStyleCnt="0"/>
      <dgm:spPr/>
    </dgm:pt>
    <dgm:pt modelId="{DD3D809E-85E4-45FA-8BB7-54248531B46F}" type="pres">
      <dgm:prSet presAssocID="{17C6DF14-D0AF-419F-BCF5-4F969F55F054}" presName="compNode" presStyleCnt="0"/>
      <dgm:spPr/>
    </dgm:pt>
    <dgm:pt modelId="{A25DBAB5-FD8B-4DD7-B921-011AC859C939}" type="pres">
      <dgm:prSet presAssocID="{17C6DF14-D0AF-419F-BCF5-4F969F55F05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DBDE6A4-9F34-411E-8C76-F1A83779D200}" type="pres">
      <dgm:prSet presAssocID="{17C6DF14-D0AF-419F-BCF5-4F969F55F054}" presName="spaceRect" presStyleCnt="0"/>
      <dgm:spPr/>
    </dgm:pt>
    <dgm:pt modelId="{05D5085D-036F-44E0-97D3-EFC03FB254D0}" type="pres">
      <dgm:prSet presAssocID="{17C6DF14-D0AF-419F-BCF5-4F969F55F05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46D310C-0B2A-406C-800A-79C05382B0E8}" srcId="{CDCF8FF6-D8D3-4B07-A8D5-8AA2AB6D14E6}" destId="{E265EAE1-F887-4254-B034-585480FF54B6}" srcOrd="0" destOrd="0" parTransId="{08529FBD-C9BD-4214-8E62-6D610F8C6050}" sibTransId="{60188CF1-B4F9-4764-B845-ECD72C56406B}"/>
    <dgm:cxn modelId="{806CB067-A1F4-4285-9896-0C5589BC4DF5}" srcId="{CDCF8FF6-D8D3-4B07-A8D5-8AA2AB6D14E6}" destId="{587CE53D-4253-43A5-BA9C-3156FEB636B2}" srcOrd="3" destOrd="0" parTransId="{80012250-3A06-4FB7-80F4-B450E50393A0}" sibTransId="{7C7952EA-B47E-4512-80F3-D5C45F38BB91}"/>
    <dgm:cxn modelId="{7F332F4B-7603-421E-A7DB-599C5D29A552}" type="presOf" srcId="{2138A02D-CDF6-4DCE-AB31-CE938CEA9207}" destId="{2BD36009-23AB-4B84-9BFC-FDD479F96104}" srcOrd="0" destOrd="0" presId="urn:microsoft.com/office/officeart/2018/2/layout/IconLabelList"/>
    <dgm:cxn modelId="{22559952-9705-4BA8-9E8C-F00271D249A1}" srcId="{CDCF8FF6-D8D3-4B07-A8D5-8AA2AB6D14E6}" destId="{2138A02D-CDF6-4DCE-AB31-CE938CEA9207}" srcOrd="1" destOrd="0" parTransId="{D4DB2450-1277-476E-A5A5-1DAF0AE6261D}" sibTransId="{5796EDC6-B792-4A93-84FF-D0B0B681762E}"/>
    <dgm:cxn modelId="{73245155-CE0B-4F29-9DC5-2EB2022FD92E}" type="presOf" srcId="{17C6DF14-D0AF-419F-BCF5-4F969F55F054}" destId="{05D5085D-036F-44E0-97D3-EFC03FB254D0}" srcOrd="0" destOrd="0" presId="urn:microsoft.com/office/officeart/2018/2/layout/IconLabelList"/>
    <dgm:cxn modelId="{91FCC055-3DDD-4331-B15A-978788ABE5B1}" srcId="{CDCF8FF6-D8D3-4B07-A8D5-8AA2AB6D14E6}" destId="{17C6DF14-D0AF-419F-BCF5-4F969F55F054}" srcOrd="5" destOrd="0" parTransId="{CB9AADE1-2A9D-4C3C-B8EE-28560BB89676}" sibTransId="{509A765F-BA58-433C-99D6-90D9E22AB244}"/>
    <dgm:cxn modelId="{C444885A-D121-4CD0-96A3-9D8903951E41}" srcId="{CDCF8FF6-D8D3-4B07-A8D5-8AA2AB6D14E6}" destId="{AD8EDA5B-68C8-432D-96B7-F9D6F9278E6D}" srcOrd="4" destOrd="0" parTransId="{97B9C442-3D3C-4350-AEB1-91279707715A}" sibTransId="{F5EFD6E0-21F8-4414-9A2E-49A7229B363F}"/>
    <dgm:cxn modelId="{D908E47F-27B9-443E-A38A-C9B3D10B8330}" srcId="{CDCF8FF6-D8D3-4B07-A8D5-8AA2AB6D14E6}" destId="{A61D15B5-40AF-4E1A-ACF6-02E4418CBBE5}" srcOrd="2" destOrd="0" parTransId="{F0134001-5E88-45A0-A6A0-49C89395577A}" sibTransId="{47B0CA42-58B4-40CB-8B1C-9190AF83ED51}"/>
    <dgm:cxn modelId="{A245DA82-51B3-462C-AF3E-303FA386531B}" type="presOf" srcId="{587CE53D-4253-43A5-BA9C-3156FEB636B2}" destId="{5998578E-4424-4558-AEF1-89C8A2002083}" srcOrd="0" destOrd="0" presId="urn:microsoft.com/office/officeart/2018/2/layout/IconLabelList"/>
    <dgm:cxn modelId="{362F7AA4-6065-4895-924A-71C44E637F3C}" type="presOf" srcId="{CDCF8FF6-D8D3-4B07-A8D5-8AA2AB6D14E6}" destId="{9C2CCA74-6474-41BD-9B08-4223232874BE}" srcOrd="0" destOrd="0" presId="urn:microsoft.com/office/officeart/2018/2/layout/IconLabelList"/>
    <dgm:cxn modelId="{11D412EF-09CB-403F-938D-CEF4D05D4CD0}" type="presOf" srcId="{A61D15B5-40AF-4E1A-ACF6-02E4418CBBE5}" destId="{A8E78F28-3851-4308-AE58-B000B30218A4}" srcOrd="0" destOrd="0" presId="urn:microsoft.com/office/officeart/2018/2/layout/IconLabelList"/>
    <dgm:cxn modelId="{E8E82EF6-5398-4880-A2E7-8650CEDD592A}" type="presOf" srcId="{E265EAE1-F887-4254-B034-585480FF54B6}" destId="{B59B54B5-D56F-4A5E-B824-A867EA9A75D6}" srcOrd="0" destOrd="0" presId="urn:microsoft.com/office/officeart/2018/2/layout/IconLabelList"/>
    <dgm:cxn modelId="{853B2CF7-5770-46E6-B538-FA36A29FE8B8}" type="presOf" srcId="{AD8EDA5B-68C8-432D-96B7-F9D6F9278E6D}" destId="{8E58E272-7034-4175-A99B-68F33A7D780D}" srcOrd="0" destOrd="0" presId="urn:microsoft.com/office/officeart/2018/2/layout/IconLabelList"/>
    <dgm:cxn modelId="{4815E502-BB47-4B56-8F87-E7FD9B2592EE}" type="presParOf" srcId="{9C2CCA74-6474-41BD-9B08-4223232874BE}" destId="{63A665F3-1186-4BEC-AAD3-983B7A3CEF3C}" srcOrd="0" destOrd="0" presId="urn:microsoft.com/office/officeart/2018/2/layout/IconLabelList"/>
    <dgm:cxn modelId="{4CD7CA20-A8F1-4DD8-98D8-912B239D73C3}" type="presParOf" srcId="{63A665F3-1186-4BEC-AAD3-983B7A3CEF3C}" destId="{0FA76AC4-A36E-4D97-A5AF-A897875B4DAC}" srcOrd="0" destOrd="0" presId="urn:microsoft.com/office/officeart/2018/2/layout/IconLabelList"/>
    <dgm:cxn modelId="{ECFC5A1B-D53D-4515-8A7B-621B100D3A0A}" type="presParOf" srcId="{63A665F3-1186-4BEC-AAD3-983B7A3CEF3C}" destId="{F8B58DA8-DBA1-4BCE-851C-5309CE6936D5}" srcOrd="1" destOrd="0" presId="urn:microsoft.com/office/officeart/2018/2/layout/IconLabelList"/>
    <dgm:cxn modelId="{D79959A2-E625-456C-9B0C-69479522472D}" type="presParOf" srcId="{63A665F3-1186-4BEC-AAD3-983B7A3CEF3C}" destId="{B59B54B5-D56F-4A5E-B824-A867EA9A75D6}" srcOrd="2" destOrd="0" presId="urn:microsoft.com/office/officeart/2018/2/layout/IconLabelList"/>
    <dgm:cxn modelId="{50316943-D04E-4AFE-957E-70D4EAD62337}" type="presParOf" srcId="{9C2CCA74-6474-41BD-9B08-4223232874BE}" destId="{29482444-97C6-4B74-99B5-9175D7689D91}" srcOrd="1" destOrd="0" presId="urn:microsoft.com/office/officeart/2018/2/layout/IconLabelList"/>
    <dgm:cxn modelId="{35CB818A-F243-410D-BAB7-9A75E07CF23E}" type="presParOf" srcId="{9C2CCA74-6474-41BD-9B08-4223232874BE}" destId="{2DF74AF5-2226-411A-AB09-8DD21E45C737}" srcOrd="2" destOrd="0" presId="urn:microsoft.com/office/officeart/2018/2/layout/IconLabelList"/>
    <dgm:cxn modelId="{EA413B19-A5E7-4756-962A-9CA29B954280}" type="presParOf" srcId="{2DF74AF5-2226-411A-AB09-8DD21E45C737}" destId="{CA2707EF-A50F-4548-94E0-26DDB7A13FDA}" srcOrd="0" destOrd="0" presId="urn:microsoft.com/office/officeart/2018/2/layout/IconLabelList"/>
    <dgm:cxn modelId="{50DECE7C-E24D-4CBD-9068-EEEFAE96C89A}" type="presParOf" srcId="{2DF74AF5-2226-411A-AB09-8DD21E45C737}" destId="{69E23BE9-E2E0-47E3-99A3-046D40645F15}" srcOrd="1" destOrd="0" presId="urn:microsoft.com/office/officeart/2018/2/layout/IconLabelList"/>
    <dgm:cxn modelId="{3C8A1D23-30A6-4D5A-AE5E-9C22F052E84E}" type="presParOf" srcId="{2DF74AF5-2226-411A-AB09-8DD21E45C737}" destId="{2BD36009-23AB-4B84-9BFC-FDD479F96104}" srcOrd="2" destOrd="0" presId="urn:microsoft.com/office/officeart/2018/2/layout/IconLabelList"/>
    <dgm:cxn modelId="{CA3AA3B9-7E3C-4CCD-A69D-945CE63FE948}" type="presParOf" srcId="{9C2CCA74-6474-41BD-9B08-4223232874BE}" destId="{049295D3-8CE3-4432-B445-7946FF8B33F0}" srcOrd="3" destOrd="0" presId="urn:microsoft.com/office/officeart/2018/2/layout/IconLabelList"/>
    <dgm:cxn modelId="{10C01D21-64A2-4859-92CA-A7FC108427EA}" type="presParOf" srcId="{9C2CCA74-6474-41BD-9B08-4223232874BE}" destId="{FCE055B7-67A1-4179-A8E7-E7A2A69F52AC}" srcOrd="4" destOrd="0" presId="urn:microsoft.com/office/officeart/2018/2/layout/IconLabelList"/>
    <dgm:cxn modelId="{5524F383-319C-427F-869E-04488AA6B7D9}" type="presParOf" srcId="{FCE055B7-67A1-4179-A8E7-E7A2A69F52AC}" destId="{39172310-4919-43F4-A8DE-8FA4DD7AC863}" srcOrd="0" destOrd="0" presId="urn:microsoft.com/office/officeart/2018/2/layout/IconLabelList"/>
    <dgm:cxn modelId="{DCA236C3-B5DB-466A-A94F-603317460308}" type="presParOf" srcId="{FCE055B7-67A1-4179-A8E7-E7A2A69F52AC}" destId="{A5F2B8DD-B308-486C-A942-B6EA0FF30A09}" srcOrd="1" destOrd="0" presId="urn:microsoft.com/office/officeart/2018/2/layout/IconLabelList"/>
    <dgm:cxn modelId="{0CBC6C85-BF9B-4093-9C92-F17A525E8247}" type="presParOf" srcId="{FCE055B7-67A1-4179-A8E7-E7A2A69F52AC}" destId="{A8E78F28-3851-4308-AE58-B000B30218A4}" srcOrd="2" destOrd="0" presId="urn:microsoft.com/office/officeart/2018/2/layout/IconLabelList"/>
    <dgm:cxn modelId="{D589441F-D2A3-4ED9-92F8-93A945CC2052}" type="presParOf" srcId="{9C2CCA74-6474-41BD-9B08-4223232874BE}" destId="{4A508095-29B6-4BB7-AEAD-7569C478EE7C}" srcOrd="5" destOrd="0" presId="urn:microsoft.com/office/officeart/2018/2/layout/IconLabelList"/>
    <dgm:cxn modelId="{7B080367-FDE0-49B0-A539-97B1916E5BC7}" type="presParOf" srcId="{9C2CCA74-6474-41BD-9B08-4223232874BE}" destId="{F98C0EFC-7464-4143-A145-40AC372817B6}" srcOrd="6" destOrd="0" presId="urn:microsoft.com/office/officeart/2018/2/layout/IconLabelList"/>
    <dgm:cxn modelId="{315AB8D1-7BE0-4940-8833-D960287EB942}" type="presParOf" srcId="{F98C0EFC-7464-4143-A145-40AC372817B6}" destId="{85B8DDAB-9AF3-4129-88CE-54C3F9466A7E}" srcOrd="0" destOrd="0" presId="urn:microsoft.com/office/officeart/2018/2/layout/IconLabelList"/>
    <dgm:cxn modelId="{AD1DDAFB-956A-49BE-8F36-C457FC7091A1}" type="presParOf" srcId="{F98C0EFC-7464-4143-A145-40AC372817B6}" destId="{89B35E28-2C5F-4BC6-A830-8D16464F7FE9}" srcOrd="1" destOrd="0" presId="urn:microsoft.com/office/officeart/2018/2/layout/IconLabelList"/>
    <dgm:cxn modelId="{27DD9163-6C31-409F-910A-75AD148173E7}" type="presParOf" srcId="{F98C0EFC-7464-4143-A145-40AC372817B6}" destId="{5998578E-4424-4558-AEF1-89C8A2002083}" srcOrd="2" destOrd="0" presId="urn:microsoft.com/office/officeart/2018/2/layout/IconLabelList"/>
    <dgm:cxn modelId="{0205FA39-8938-4B3D-86F3-2D8FB6F0B716}" type="presParOf" srcId="{9C2CCA74-6474-41BD-9B08-4223232874BE}" destId="{6C0919B3-2EF6-4837-A2D9-1B71044D42F3}" srcOrd="7" destOrd="0" presId="urn:microsoft.com/office/officeart/2018/2/layout/IconLabelList"/>
    <dgm:cxn modelId="{0073E56A-C48E-420A-A31D-EB2BAA9D26F7}" type="presParOf" srcId="{9C2CCA74-6474-41BD-9B08-4223232874BE}" destId="{CC60324C-F0DA-4570-9357-838CEA7C9A19}" srcOrd="8" destOrd="0" presId="urn:microsoft.com/office/officeart/2018/2/layout/IconLabelList"/>
    <dgm:cxn modelId="{0179989F-4E58-4907-A89C-5D03EB0A1765}" type="presParOf" srcId="{CC60324C-F0DA-4570-9357-838CEA7C9A19}" destId="{D8968054-4149-40E7-9B39-29A97F1958C7}" srcOrd="0" destOrd="0" presId="urn:microsoft.com/office/officeart/2018/2/layout/IconLabelList"/>
    <dgm:cxn modelId="{ED2ADEE1-223A-49C7-9A2D-65C9138E527C}" type="presParOf" srcId="{CC60324C-F0DA-4570-9357-838CEA7C9A19}" destId="{3AB138A9-1175-4A07-918C-5BA0F4DBA0A1}" srcOrd="1" destOrd="0" presId="urn:microsoft.com/office/officeart/2018/2/layout/IconLabelList"/>
    <dgm:cxn modelId="{D485FB36-34F1-4B9E-8F69-9DF869759C59}" type="presParOf" srcId="{CC60324C-F0DA-4570-9357-838CEA7C9A19}" destId="{8E58E272-7034-4175-A99B-68F33A7D780D}" srcOrd="2" destOrd="0" presId="urn:microsoft.com/office/officeart/2018/2/layout/IconLabelList"/>
    <dgm:cxn modelId="{C74338DC-5C6D-4550-9D97-2152AB4538B2}" type="presParOf" srcId="{9C2CCA74-6474-41BD-9B08-4223232874BE}" destId="{1676BB3B-E430-49EF-82F2-291343AB181C}" srcOrd="9" destOrd="0" presId="urn:microsoft.com/office/officeart/2018/2/layout/IconLabelList"/>
    <dgm:cxn modelId="{5557DE7F-B344-4468-AB3A-49BD6FE8D7C9}" type="presParOf" srcId="{9C2CCA74-6474-41BD-9B08-4223232874BE}" destId="{DD3D809E-85E4-45FA-8BB7-54248531B46F}" srcOrd="10" destOrd="0" presId="urn:microsoft.com/office/officeart/2018/2/layout/IconLabelList"/>
    <dgm:cxn modelId="{FFD9230A-E903-49E4-843B-5899C558C77E}" type="presParOf" srcId="{DD3D809E-85E4-45FA-8BB7-54248531B46F}" destId="{A25DBAB5-FD8B-4DD7-B921-011AC859C939}" srcOrd="0" destOrd="0" presId="urn:microsoft.com/office/officeart/2018/2/layout/IconLabelList"/>
    <dgm:cxn modelId="{823DEBDF-F433-4240-B42C-7C1FE55D3562}" type="presParOf" srcId="{DD3D809E-85E4-45FA-8BB7-54248531B46F}" destId="{CDBDE6A4-9F34-411E-8C76-F1A83779D200}" srcOrd="1" destOrd="0" presId="urn:microsoft.com/office/officeart/2018/2/layout/IconLabelList"/>
    <dgm:cxn modelId="{BB442B26-83D2-4882-A308-397BE6715EC3}" type="presParOf" srcId="{DD3D809E-85E4-45FA-8BB7-54248531B46F}" destId="{05D5085D-036F-44E0-97D3-EFC03FB254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E650D8-4BB9-47E1-B6F4-D4209156AFF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A35555-55C2-407E-AF97-48FE7C000260}">
      <dgm:prSet/>
      <dgm:spPr/>
      <dgm:t>
        <a:bodyPr/>
        <a:lstStyle/>
        <a:p>
          <a:r>
            <a:rPr lang="en-CA">
              <a:latin typeface="Aptos Display" panose="02110004020202020204"/>
            </a:rPr>
            <a:t>Microservices</a:t>
          </a:r>
          <a:r>
            <a:rPr lang="en-CA"/>
            <a:t>:</a:t>
          </a:r>
          <a:endParaRPr lang="en-US"/>
        </a:p>
      </dgm:t>
    </dgm:pt>
    <dgm:pt modelId="{0A6793E1-3FE9-4C67-9860-714EDB509D98}" type="parTrans" cxnId="{ABD82296-CD53-4C90-B1DD-277181A40752}">
      <dgm:prSet/>
      <dgm:spPr/>
      <dgm:t>
        <a:bodyPr/>
        <a:lstStyle/>
        <a:p>
          <a:endParaRPr lang="en-US"/>
        </a:p>
      </dgm:t>
    </dgm:pt>
    <dgm:pt modelId="{4678914C-CA83-4BA5-B827-9199069ADFA4}" type="sibTrans" cxnId="{ABD82296-CD53-4C90-B1DD-277181A40752}">
      <dgm:prSet/>
      <dgm:spPr/>
      <dgm:t>
        <a:bodyPr/>
        <a:lstStyle/>
        <a:p>
          <a:endParaRPr lang="en-US"/>
        </a:p>
      </dgm:t>
    </dgm:pt>
    <dgm:pt modelId="{255BE3A1-3C2E-4B6A-8027-7907B6E20E48}">
      <dgm:prSet/>
      <dgm:spPr/>
      <dgm:t>
        <a:bodyPr/>
        <a:lstStyle/>
        <a:p>
          <a:r>
            <a:rPr lang="en-CA"/>
            <a:t>Stock Analysis Service</a:t>
          </a:r>
          <a:endParaRPr lang="en-US"/>
        </a:p>
      </dgm:t>
    </dgm:pt>
    <dgm:pt modelId="{E92EC3D1-9BB3-4EAE-AF40-3A14C6515F7B}" type="parTrans" cxnId="{0961F5FD-F6F7-446D-AF67-1A46B7212FFA}">
      <dgm:prSet/>
      <dgm:spPr/>
      <dgm:t>
        <a:bodyPr/>
        <a:lstStyle/>
        <a:p>
          <a:endParaRPr lang="en-US"/>
        </a:p>
      </dgm:t>
    </dgm:pt>
    <dgm:pt modelId="{A7DC4F9D-9674-4398-B9F1-E3CF593BF071}" type="sibTrans" cxnId="{0961F5FD-F6F7-446D-AF67-1A46B7212FFA}">
      <dgm:prSet/>
      <dgm:spPr/>
      <dgm:t>
        <a:bodyPr/>
        <a:lstStyle/>
        <a:p>
          <a:endParaRPr lang="en-US"/>
        </a:p>
      </dgm:t>
    </dgm:pt>
    <dgm:pt modelId="{C7D55F3C-DBCB-44C1-9E7F-B56FF58B6F23}">
      <dgm:prSet/>
      <dgm:spPr/>
      <dgm:t>
        <a:bodyPr/>
        <a:lstStyle/>
        <a:p>
          <a:r>
            <a:rPr lang="en-CA"/>
            <a:t>Market News Service</a:t>
          </a:r>
          <a:endParaRPr lang="en-US"/>
        </a:p>
      </dgm:t>
    </dgm:pt>
    <dgm:pt modelId="{F8084CE9-7104-4578-89F5-417283F54F71}" type="parTrans" cxnId="{D45A147E-C8C7-4EED-91A2-947B465090C9}">
      <dgm:prSet/>
      <dgm:spPr/>
      <dgm:t>
        <a:bodyPr/>
        <a:lstStyle/>
        <a:p>
          <a:endParaRPr lang="en-US"/>
        </a:p>
      </dgm:t>
    </dgm:pt>
    <dgm:pt modelId="{E5BB97AB-C2CD-4811-9E10-1FF63202CF4D}" type="sibTrans" cxnId="{D45A147E-C8C7-4EED-91A2-947B465090C9}">
      <dgm:prSet/>
      <dgm:spPr/>
      <dgm:t>
        <a:bodyPr/>
        <a:lstStyle/>
        <a:p>
          <a:endParaRPr lang="en-US"/>
        </a:p>
      </dgm:t>
    </dgm:pt>
    <dgm:pt modelId="{4058BF0F-BFC8-4A82-ABC9-170E120A865C}">
      <dgm:prSet/>
      <dgm:spPr/>
      <dgm:t>
        <a:bodyPr/>
        <a:lstStyle/>
        <a:p>
          <a:r>
            <a:rPr lang="en-CA"/>
            <a:t>Portfolio Service</a:t>
          </a:r>
          <a:endParaRPr lang="en-US"/>
        </a:p>
      </dgm:t>
    </dgm:pt>
    <dgm:pt modelId="{528E9FCC-D45F-4BBE-BA8F-2A3B9A46E54F}" type="parTrans" cxnId="{761656D8-0AF1-46DA-B363-A6768746C3D5}">
      <dgm:prSet/>
      <dgm:spPr/>
      <dgm:t>
        <a:bodyPr/>
        <a:lstStyle/>
        <a:p>
          <a:endParaRPr lang="en-US"/>
        </a:p>
      </dgm:t>
    </dgm:pt>
    <dgm:pt modelId="{4697602A-97C3-46AB-B049-9FC8D584B74D}" type="sibTrans" cxnId="{761656D8-0AF1-46DA-B363-A6768746C3D5}">
      <dgm:prSet/>
      <dgm:spPr/>
      <dgm:t>
        <a:bodyPr/>
        <a:lstStyle/>
        <a:p>
          <a:endParaRPr lang="en-US"/>
        </a:p>
      </dgm:t>
    </dgm:pt>
    <dgm:pt modelId="{93C83914-6592-4360-8989-0E845EF87989}">
      <dgm:prSet/>
      <dgm:spPr/>
      <dgm:t>
        <a:bodyPr/>
        <a:lstStyle/>
        <a:p>
          <a:r>
            <a:rPr lang="en-CA"/>
            <a:t>Earnings Service</a:t>
          </a:r>
          <a:endParaRPr lang="en-US"/>
        </a:p>
      </dgm:t>
    </dgm:pt>
    <dgm:pt modelId="{CB71A598-CBE5-4446-ACC0-632694BFB733}" type="parTrans" cxnId="{4FCA6221-7F35-47C2-8324-7F1DFC1C8B98}">
      <dgm:prSet/>
      <dgm:spPr/>
      <dgm:t>
        <a:bodyPr/>
        <a:lstStyle/>
        <a:p>
          <a:endParaRPr lang="en-US"/>
        </a:p>
      </dgm:t>
    </dgm:pt>
    <dgm:pt modelId="{DD756782-18AF-4688-A068-5F6F2564A530}" type="sibTrans" cxnId="{4FCA6221-7F35-47C2-8324-7F1DFC1C8B98}">
      <dgm:prSet/>
      <dgm:spPr/>
      <dgm:t>
        <a:bodyPr/>
        <a:lstStyle/>
        <a:p>
          <a:endParaRPr lang="en-US"/>
        </a:p>
      </dgm:t>
    </dgm:pt>
    <dgm:pt modelId="{E5F3FFBA-2828-4EEC-A2C3-455BA88AA920}">
      <dgm:prSet/>
      <dgm:spPr/>
      <dgm:t>
        <a:bodyPr/>
        <a:lstStyle/>
        <a:p>
          <a:r>
            <a:rPr lang="en-CA"/>
            <a:t>Service Registry</a:t>
          </a:r>
          <a:endParaRPr lang="en-US"/>
        </a:p>
      </dgm:t>
    </dgm:pt>
    <dgm:pt modelId="{10E61B59-D9C0-42EA-9E3E-D7D1CDC38ABC}" type="parTrans" cxnId="{82D8EB27-1F62-45A5-ADDD-948BB37F9CD3}">
      <dgm:prSet/>
      <dgm:spPr/>
      <dgm:t>
        <a:bodyPr/>
        <a:lstStyle/>
        <a:p>
          <a:endParaRPr lang="en-US"/>
        </a:p>
      </dgm:t>
    </dgm:pt>
    <dgm:pt modelId="{D3CA3627-7791-439B-B60A-BA08091DF585}" type="sibTrans" cxnId="{82D8EB27-1F62-45A5-ADDD-948BB37F9CD3}">
      <dgm:prSet/>
      <dgm:spPr/>
      <dgm:t>
        <a:bodyPr/>
        <a:lstStyle/>
        <a:p>
          <a:endParaRPr lang="en-US"/>
        </a:p>
      </dgm:t>
    </dgm:pt>
    <dgm:pt modelId="{3F91064A-9027-4EFB-816F-643BC6A8E44F}" type="pres">
      <dgm:prSet presAssocID="{5DE650D8-4BB9-47E1-B6F4-D4209156AFFC}" presName="vert0" presStyleCnt="0">
        <dgm:presLayoutVars>
          <dgm:dir/>
          <dgm:animOne val="branch"/>
          <dgm:animLvl val="lvl"/>
        </dgm:presLayoutVars>
      </dgm:prSet>
      <dgm:spPr/>
    </dgm:pt>
    <dgm:pt modelId="{69021ED7-F3EC-4223-9281-3A36F360CC94}" type="pres">
      <dgm:prSet presAssocID="{E4A35555-55C2-407E-AF97-48FE7C000260}" presName="thickLine" presStyleLbl="alignNode1" presStyleIdx="0" presStyleCnt="1"/>
      <dgm:spPr/>
    </dgm:pt>
    <dgm:pt modelId="{743CD500-06FB-45C2-B244-013338012009}" type="pres">
      <dgm:prSet presAssocID="{E4A35555-55C2-407E-AF97-48FE7C000260}" presName="horz1" presStyleCnt="0"/>
      <dgm:spPr/>
    </dgm:pt>
    <dgm:pt modelId="{6AD246D8-7426-4817-BE6F-FA1D7F68052D}" type="pres">
      <dgm:prSet presAssocID="{E4A35555-55C2-407E-AF97-48FE7C000260}" presName="tx1" presStyleLbl="revTx" presStyleIdx="0" presStyleCnt="6"/>
      <dgm:spPr/>
    </dgm:pt>
    <dgm:pt modelId="{EDC8C441-70F0-4B24-A0E0-275EFDDCA52B}" type="pres">
      <dgm:prSet presAssocID="{E4A35555-55C2-407E-AF97-48FE7C000260}" presName="vert1" presStyleCnt="0"/>
      <dgm:spPr/>
    </dgm:pt>
    <dgm:pt modelId="{73062E06-838F-4123-ABD9-D92546C460EC}" type="pres">
      <dgm:prSet presAssocID="{255BE3A1-3C2E-4B6A-8027-7907B6E20E48}" presName="vertSpace2a" presStyleCnt="0"/>
      <dgm:spPr/>
    </dgm:pt>
    <dgm:pt modelId="{6A8FAEFF-EDCA-423F-961E-70071AEEC742}" type="pres">
      <dgm:prSet presAssocID="{255BE3A1-3C2E-4B6A-8027-7907B6E20E48}" presName="horz2" presStyleCnt="0"/>
      <dgm:spPr/>
    </dgm:pt>
    <dgm:pt modelId="{FA15B3BE-4712-4F2D-AE38-ECE717DA525A}" type="pres">
      <dgm:prSet presAssocID="{255BE3A1-3C2E-4B6A-8027-7907B6E20E48}" presName="horzSpace2" presStyleCnt="0"/>
      <dgm:spPr/>
    </dgm:pt>
    <dgm:pt modelId="{3BE16E47-32FF-4288-8A86-3A7355FEC274}" type="pres">
      <dgm:prSet presAssocID="{255BE3A1-3C2E-4B6A-8027-7907B6E20E48}" presName="tx2" presStyleLbl="revTx" presStyleIdx="1" presStyleCnt="6"/>
      <dgm:spPr/>
    </dgm:pt>
    <dgm:pt modelId="{40F0AA4B-FCC3-47F6-831F-5D7DCD0C66DD}" type="pres">
      <dgm:prSet presAssocID="{255BE3A1-3C2E-4B6A-8027-7907B6E20E48}" presName="vert2" presStyleCnt="0"/>
      <dgm:spPr/>
    </dgm:pt>
    <dgm:pt modelId="{A76163E7-F63A-4D49-AEA1-2856C29B9DE1}" type="pres">
      <dgm:prSet presAssocID="{255BE3A1-3C2E-4B6A-8027-7907B6E20E48}" presName="thinLine2b" presStyleLbl="callout" presStyleIdx="0" presStyleCnt="5"/>
      <dgm:spPr/>
    </dgm:pt>
    <dgm:pt modelId="{BEA50CB0-4A52-4F00-ADA9-FFC17C35E593}" type="pres">
      <dgm:prSet presAssocID="{255BE3A1-3C2E-4B6A-8027-7907B6E20E48}" presName="vertSpace2b" presStyleCnt="0"/>
      <dgm:spPr/>
    </dgm:pt>
    <dgm:pt modelId="{ABC22443-5C2C-4175-814B-74F2EF4D8B20}" type="pres">
      <dgm:prSet presAssocID="{C7D55F3C-DBCB-44C1-9E7F-B56FF58B6F23}" presName="horz2" presStyleCnt="0"/>
      <dgm:spPr/>
    </dgm:pt>
    <dgm:pt modelId="{1626D17A-2EE9-4170-BB9B-953CDFF3ADF0}" type="pres">
      <dgm:prSet presAssocID="{C7D55F3C-DBCB-44C1-9E7F-B56FF58B6F23}" presName="horzSpace2" presStyleCnt="0"/>
      <dgm:spPr/>
    </dgm:pt>
    <dgm:pt modelId="{68144912-84D9-4F19-AA8F-BF3292F3FE88}" type="pres">
      <dgm:prSet presAssocID="{C7D55F3C-DBCB-44C1-9E7F-B56FF58B6F23}" presName="tx2" presStyleLbl="revTx" presStyleIdx="2" presStyleCnt="6"/>
      <dgm:spPr/>
    </dgm:pt>
    <dgm:pt modelId="{8800760B-0626-4622-A1EA-C6599A1A08EF}" type="pres">
      <dgm:prSet presAssocID="{C7D55F3C-DBCB-44C1-9E7F-B56FF58B6F23}" presName="vert2" presStyleCnt="0"/>
      <dgm:spPr/>
    </dgm:pt>
    <dgm:pt modelId="{8D5CFE8B-0188-4BFB-8A55-D022919B1388}" type="pres">
      <dgm:prSet presAssocID="{C7D55F3C-DBCB-44C1-9E7F-B56FF58B6F23}" presName="thinLine2b" presStyleLbl="callout" presStyleIdx="1" presStyleCnt="5"/>
      <dgm:spPr/>
    </dgm:pt>
    <dgm:pt modelId="{A846870B-BACD-4449-914C-622631B6B75E}" type="pres">
      <dgm:prSet presAssocID="{C7D55F3C-DBCB-44C1-9E7F-B56FF58B6F23}" presName="vertSpace2b" presStyleCnt="0"/>
      <dgm:spPr/>
    </dgm:pt>
    <dgm:pt modelId="{341AC5F8-30C7-4813-BBC5-AF08C3D7F6FA}" type="pres">
      <dgm:prSet presAssocID="{4058BF0F-BFC8-4A82-ABC9-170E120A865C}" presName="horz2" presStyleCnt="0"/>
      <dgm:spPr/>
    </dgm:pt>
    <dgm:pt modelId="{32B055D8-1782-4D9A-AD84-21FFCC68F16B}" type="pres">
      <dgm:prSet presAssocID="{4058BF0F-BFC8-4A82-ABC9-170E120A865C}" presName="horzSpace2" presStyleCnt="0"/>
      <dgm:spPr/>
    </dgm:pt>
    <dgm:pt modelId="{4F849FBC-C6C7-46E1-92A7-38848ED7C1C1}" type="pres">
      <dgm:prSet presAssocID="{4058BF0F-BFC8-4A82-ABC9-170E120A865C}" presName="tx2" presStyleLbl="revTx" presStyleIdx="3" presStyleCnt="6"/>
      <dgm:spPr/>
    </dgm:pt>
    <dgm:pt modelId="{CD50AE02-3773-408C-B8E4-850BEAF8B8A7}" type="pres">
      <dgm:prSet presAssocID="{4058BF0F-BFC8-4A82-ABC9-170E120A865C}" presName="vert2" presStyleCnt="0"/>
      <dgm:spPr/>
    </dgm:pt>
    <dgm:pt modelId="{9C732C63-0B55-4023-965E-7C5D64F4DFBF}" type="pres">
      <dgm:prSet presAssocID="{4058BF0F-BFC8-4A82-ABC9-170E120A865C}" presName="thinLine2b" presStyleLbl="callout" presStyleIdx="2" presStyleCnt="5"/>
      <dgm:spPr/>
    </dgm:pt>
    <dgm:pt modelId="{76EE2B30-237A-4B8B-9B39-1817FECD7BF9}" type="pres">
      <dgm:prSet presAssocID="{4058BF0F-BFC8-4A82-ABC9-170E120A865C}" presName="vertSpace2b" presStyleCnt="0"/>
      <dgm:spPr/>
    </dgm:pt>
    <dgm:pt modelId="{9CD9F8F3-B482-421F-A8D5-F5C79DDF229A}" type="pres">
      <dgm:prSet presAssocID="{93C83914-6592-4360-8989-0E845EF87989}" presName="horz2" presStyleCnt="0"/>
      <dgm:spPr/>
    </dgm:pt>
    <dgm:pt modelId="{C839DDC6-DF39-4CA3-9B74-8D5AA823F1D9}" type="pres">
      <dgm:prSet presAssocID="{93C83914-6592-4360-8989-0E845EF87989}" presName="horzSpace2" presStyleCnt="0"/>
      <dgm:spPr/>
    </dgm:pt>
    <dgm:pt modelId="{6D5D9E22-B542-46DE-82D4-0BA7679F99B7}" type="pres">
      <dgm:prSet presAssocID="{93C83914-6592-4360-8989-0E845EF87989}" presName="tx2" presStyleLbl="revTx" presStyleIdx="4" presStyleCnt="6"/>
      <dgm:spPr/>
    </dgm:pt>
    <dgm:pt modelId="{FED67E71-9774-4E75-B55F-3EAD72EBDE8A}" type="pres">
      <dgm:prSet presAssocID="{93C83914-6592-4360-8989-0E845EF87989}" presName="vert2" presStyleCnt="0"/>
      <dgm:spPr/>
    </dgm:pt>
    <dgm:pt modelId="{85DF3880-0DF9-412C-AAE3-8D5F3052920B}" type="pres">
      <dgm:prSet presAssocID="{93C83914-6592-4360-8989-0E845EF87989}" presName="thinLine2b" presStyleLbl="callout" presStyleIdx="3" presStyleCnt="5"/>
      <dgm:spPr/>
    </dgm:pt>
    <dgm:pt modelId="{1196AEDB-53DE-4B23-B141-ECDA2C85418C}" type="pres">
      <dgm:prSet presAssocID="{93C83914-6592-4360-8989-0E845EF87989}" presName="vertSpace2b" presStyleCnt="0"/>
      <dgm:spPr/>
    </dgm:pt>
    <dgm:pt modelId="{900112F6-547F-4654-96A5-97D8F10461ED}" type="pres">
      <dgm:prSet presAssocID="{E5F3FFBA-2828-4EEC-A2C3-455BA88AA920}" presName="horz2" presStyleCnt="0"/>
      <dgm:spPr/>
    </dgm:pt>
    <dgm:pt modelId="{7C356E5E-0276-4714-8C3F-64138EC8F50D}" type="pres">
      <dgm:prSet presAssocID="{E5F3FFBA-2828-4EEC-A2C3-455BA88AA920}" presName="horzSpace2" presStyleCnt="0"/>
      <dgm:spPr/>
    </dgm:pt>
    <dgm:pt modelId="{CA5A95E6-C5AD-439F-AAA6-F53F2CA70133}" type="pres">
      <dgm:prSet presAssocID="{E5F3FFBA-2828-4EEC-A2C3-455BA88AA920}" presName="tx2" presStyleLbl="revTx" presStyleIdx="5" presStyleCnt="6"/>
      <dgm:spPr/>
    </dgm:pt>
    <dgm:pt modelId="{A620BEA8-19D7-437D-965D-85F578580946}" type="pres">
      <dgm:prSet presAssocID="{E5F3FFBA-2828-4EEC-A2C3-455BA88AA920}" presName="vert2" presStyleCnt="0"/>
      <dgm:spPr/>
    </dgm:pt>
    <dgm:pt modelId="{F09835A9-4077-4F3B-A472-BE472C745E6B}" type="pres">
      <dgm:prSet presAssocID="{E5F3FFBA-2828-4EEC-A2C3-455BA88AA920}" presName="thinLine2b" presStyleLbl="callout" presStyleIdx="4" presStyleCnt="5"/>
      <dgm:spPr/>
    </dgm:pt>
    <dgm:pt modelId="{5D5310FC-1EB1-495B-9C8B-33C49AB1CEAE}" type="pres">
      <dgm:prSet presAssocID="{E5F3FFBA-2828-4EEC-A2C3-455BA88AA920}" presName="vertSpace2b" presStyleCnt="0"/>
      <dgm:spPr/>
    </dgm:pt>
  </dgm:ptLst>
  <dgm:cxnLst>
    <dgm:cxn modelId="{7C993D09-44D2-4CC0-AFB8-E99B59F1058D}" type="presOf" srcId="{5DE650D8-4BB9-47E1-B6F4-D4209156AFFC}" destId="{3F91064A-9027-4EFB-816F-643BC6A8E44F}" srcOrd="0" destOrd="0" presId="urn:microsoft.com/office/officeart/2008/layout/LinedList"/>
    <dgm:cxn modelId="{4FCA6221-7F35-47C2-8324-7F1DFC1C8B98}" srcId="{E4A35555-55C2-407E-AF97-48FE7C000260}" destId="{93C83914-6592-4360-8989-0E845EF87989}" srcOrd="3" destOrd="0" parTransId="{CB71A598-CBE5-4446-ACC0-632694BFB733}" sibTransId="{DD756782-18AF-4688-A068-5F6F2564A530}"/>
    <dgm:cxn modelId="{82D8EB27-1F62-45A5-ADDD-948BB37F9CD3}" srcId="{E4A35555-55C2-407E-AF97-48FE7C000260}" destId="{E5F3FFBA-2828-4EEC-A2C3-455BA88AA920}" srcOrd="4" destOrd="0" parTransId="{10E61B59-D9C0-42EA-9E3E-D7D1CDC38ABC}" sibTransId="{D3CA3627-7791-439B-B60A-BA08091DF585}"/>
    <dgm:cxn modelId="{84C5E231-61AC-4D73-8848-965101A49159}" type="presOf" srcId="{E4A35555-55C2-407E-AF97-48FE7C000260}" destId="{6AD246D8-7426-4817-BE6F-FA1D7F68052D}" srcOrd="0" destOrd="0" presId="urn:microsoft.com/office/officeart/2008/layout/LinedList"/>
    <dgm:cxn modelId="{DD32E43A-2814-44BB-B8F5-BA82A4403925}" type="presOf" srcId="{4058BF0F-BFC8-4A82-ABC9-170E120A865C}" destId="{4F849FBC-C6C7-46E1-92A7-38848ED7C1C1}" srcOrd="0" destOrd="0" presId="urn:microsoft.com/office/officeart/2008/layout/LinedList"/>
    <dgm:cxn modelId="{A188D340-C0CA-41B7-A15F-A0E187363147}" type="presOf" srcId="{255BE3A1-3C2E-4B6A-8027-7907B6E20E48}" destId="{3BE16E47-32FF-4288-8A86-3A7355FEC274}" srcOrd="0" destOrd="0" presId="urn:microsoft.com/office/officeart/2008/layout/LinedList"/>
    <dgm:cxn modelId="{8A8C4E4F-E7BD-4E8F-8309-5D3F3946CB6A}" type="presOf" srcId="{E5F3FFBA-2828-4EEC-A2C3-455BA88AA920}" destId="{CA5A95E6-C5AD-439F-AAA6-F53F2CA70133}" srcOrd="0" destOrd="0" presId="urn:microsoft.com/office/officeart/2008/layout/LinedList"/>
    <dgm:cxn modelId="{A393F552-2DC6-453D-B3D5-F8DF7FB30F30}" type="presOf" srcId="{93C83914-6592-4360-8989-0E845EF87989}" destId="{6D5D9E22-B542-46DE-82D4-0BA7679F99B7}" srcOrd="0" destOrd="0" presId="urn:microsoft.com/office/officeart/2008/layout/LinedList"/>
    <dgm:cxn modelId="{D45A147E-C8C7-4EED-91A2-947B465090C9}" srcId="{E4A35555-55C2-407E-AF97-48FE7C000260}" destId="{C7D55F3C-DBCB-44C1-9E7F-B56FF58B6F23}" srcOrd="1" destOrd="0" parTransId="{F8084CE9-7104-4578-89F5-417283F54F71}" sibTransId="{E5BB97AB-C2CD-4811-9E10-1FF63202CF4D}"/>
    <dgm:cxn modelId="{F09E948B-9946-433D-B7A2-F9D7063E3733}" type="presOf" srcId="{C7D55F3C-DBCB-44C1-9E7F-B56FF58B6F23}" destId="{68144912-84D9-4F19-AA8F-BF3292F3FE88}" srcOrd="0" destOrd="0" presId="urn:microsoft.com/office/officeart/2008/layout/LinedList"/>
    <dgm:cxn modelId="{ABD82296-CD53-4C90-B1DD-277181A40752}" srcId="{5DE650D8-4BB9-47E1-B6F4-D4209156AFFC}" destId="{E4A35555-55C2-407E-AF97-48FE7C000260}" srcOrd="0" destOrd="0" parTransId="{0A6793E1-3FE9-4C67-9860-714EDB509D98}" sibTransId="{4678914C-CA83-4BA5-B827-9199069ADFA4}"/>
    <dgm:cxn modelId="{761656D8-0AF1-46DA-B363-A6768746C3D5}" srcId="{E4A35555-55C2-407E-AF97-48FE7C000260}" destId="{4058BF0F-BFC8-4A82-ABC9-170E120A865C}" srcOrd="2" destOrd="0" parTransId="{528E9FCC-D45F-4BBE-BA8F-2A3B9A46E54F}" sibTransId="{4697602A-97C3-46AB-B049-9FC8D584B74D}"/>
    <dgm:cxn modelId="{0961F5FD-F6F7-446D-AF67-1A46B7212FFA}" srcId="{E4A35555-55C2-407E-AF97-48FE7C000260}" destId="{255BE3A1-3C2E-4B6A-8027-7907B6E20E48}" srcOrd="0" destOrd="0" parTransId="{E92EC3D1-9BB3-4EAE-AF40-3A14C6515F7B}" sibTransId="{A7DC4F9D-9674-4398-B9F1-E3CF593BF071}"/>
    <dgm:cxn modelId="{D8DA7F63-7B82-4FDE-A1BB-BCA02A6A3322}" type="presParOf" srcId="{3F91064A-9027-4EFB-816F-643BC6A8E44F}" destId="{69021ED7-F3EC-4223-9281-3A36F360CC94}" srcOrd="0" destOrd="0" presId="urn:microsoft.com/office/officeart/2008/layout/LinedList"/>
    <dgm:cxn modelId="{829E1B7A-320F-4B5E-A6FE-01979BCE69E2}" type="presParOf" srcId="{3F91064A-9027-4EFB-816F-643BC6A8E44F}" destId="{743CD500-06FB-45C2-B244-013338012009}" srcOrd="1" destOrd="0" presId="urn:microsoft.com/office/officeart/2008/layout/LinedList"/>
    <dgm:cxn modelId="{72886717-E5B2-426E-B022-8C5146F314A1}" type="presParOf" srcId="{743CD500-06FB-45C2-B244-013338012009}" destId="{6AD246D8-7426-4817-BE6F-FA1D7F68052D}" srcOrd="0" destOrd="0" presId="urn:microsoft.com/office/officeart/2008/layout/LinedList"/>
    <dgm:cxn modelId="{AC4EC904-41C2-4807-AE92-0A86B414B5B8}" type="presParOf" srcId="{743CD500-06FB-45C2-B244-013338012009}" destId="{EDC8C441-70F0-4B24-A0E0-275EFDDCA52B}" srcOrd="1" destOrd="0" presId="urn:microsoft.com/office/officeart/2008/layout/LinedList"/>
    <dgm:cxn modelId="{04FB4725-00E6-49F7-8569-613D4199CF7C}" type="presParOf" srcId="{EDC8C441-70F0-4B24-A0E0-275EFDDCA52B}" destId="{73062E06-838F-4123-ABD9-D92546C460EC}" srcOrd="0" destOrd="0" presId="urn:microsoft.com/office/officeart/2008/layout/LinedList"/>
    <dgm:cxn modelId="{D9BC3372-CDFD-43DF-A392-B1B8212882DD}" type="presParOf" srcId="{EDC8C441-70F0-4B24-A0E0-275EFDDCA52B}" destId="{6A8FAEFF-EDCA-423F-961E-70071AEEC742}" srcOrd="1" destOrd="0" presId="urn:microsoft.com/office/officeart/2008/layout/LinedList"/>
    <dgm:cxn modelId="{DDF6FEA7-E1C2-469E-BC7F-10B59A822503}" type="presParOf" srcId="{6A8FAEFF-EDCA-423F-961E-70071AEEC742}" destId="{FA15B3BE-4712-4F2D-AE38-ECE717DA525A}" srcOrd="0" destOrd="0" presId="urn:microsoft.com/office/officeart/2008/layout/LinedList"/>
    <dgm:cxn modelId="{0A3652A2-BCF8-4B2E-8788-658039C7F4FB}" type="presParOf" srcId="{6A8FAEFF-EDCA-423F-961E-70071AEEC742}" destId="{3BE16E47-32FF-4288-8A86-3A7355FEC274}" srcOrd="1" destOrd="0" presId="urn:microsoft.com/office/officeart/2008/layout/LinedList"/>
    <dgm:cxn modelId="{0A98D0E4-3B8F-48C3-AF42-B09AEB75390C}" type="presParOf" srcId="{6A8FAEFF-EDCA-423F-961E-70071AEEC742}" destId="{40F0AA4B-FCC3-47F6-831F-5D7DCD0C66DD}" srcOrd="2" destOrd="0" presId="urn:microsoft.com/office/officeart/2008/layout/LinedList"/>
    <dgm:cxn modelId="{96CCAB4C-0569-404E-ABE0-2245388C36B7}" type="presParOf" srcId="{EDC8C441-70F0-4B24-A0E0-275EFDDCA52B}" destId="{A76163E7-F63A-4D49-AEA1-2856C29B9DE1}" srcOrd="2" destOrd="0" presId="urn:microsoft.com/office/officeart/2008/layout/LinedList"/>
    <dgm:cxn modelId="{1876BDF7-1FA6-4A28-9332-D347B9050CC4}" type="presParOf" srcId="{EDC8C441-70F0-4B24-A0E0-275EFDDCA52B}" destId="{BEA50CB0-4A52-4F00-ADA9-FFC17C35E593}" srcOrd="3" destOrd="0" presId="urn:microsoft.com/office/officeart/2008/layout/LinedList"/>
    <dgm:cxn modelId="{5D47727D-90C8-4B77-B821-95175E5C03CF}" type="presParOf" srcId="{EDC8C441-70F0-4B24-A0E0-275EFDDCA52B}" destId="{ABC22443-5C2C-4175-814B-74F2EF4D8B20}" srcOrd="4" destOrd="0" presId="urn:microsoft.com/office/officeart/2008/layout/LinedList"/>
    <dgm:cxn modelId="{14BEBD2D-AC85-4B42-8932-0253F6534CEE}" type="presParOf" srcId="{ABC22443-5C2C-4175-814B-74F2EF4D8B20}" destId="{1626D17A-2EE9-4170-BB9B-953CDFF3ADF0}" srcOrd="0" destOrd="0" presId="urn:microsoft.com/office/officeart/2008/layout/LinedList"/>
    <dgm:cxn modelId="{1B44EC3C-1F03-4795-82C3-B84EE814728E}" type="presParOf" srcId="{ABC22443-5C2C-4175-814B-74F2EF4D8B20}" destId="{68144912-84D9-4F19-AA8F-BF3292F3FE88}" srcOrd="1" destOrd="0" presId="urn:microsoft.com/office/officeart/2008/layout/LinedList"/>
    <dgm:cxn modelId="{DCE64683-27FE-4A33-8D21-297575CCBEBE}" type="presParOf" srcId="{ABC22443-5C2C-4175-814B-74F2EF4D8B20}" destId="{8800760B-0626-4622-A1EA-C6599A1A08EF}" srcOrd="2" destOrd="0" presId="urn:microsoft.com/office/officeart/2008/layout/LinedList"/>
    <dgm:cxn modelId="{C3ACF6C8-A294-495E-9F79-F4190FF47362}" type="presParOf" srcId="{EDC8C441-70F0-4B24-A0E0-275EFDDCA52B}" destId="{8D5CFE8B-0188-4BFB-8A55-D022919B1388}" srcOrd="5" destOrd="0" presId="urn:microsoft.com/office/officeart/2008/layout/LinedList"/>
    <dgm:cxn modelId="{BCF0FEE6-36BE-43DD-9C1F-D8707ED9E4B1}" type="presParOf" srcId="{EDC8C441-70F0-4B24-A0E0-275EFDDCA52B}" destId="{A846870B-BACD-4449-914C-622631B6B75E}" srcOrd="6" destOrd="0" presId="urn:microsoft.com/office/officeart/2008/layout/LinedList"/>
    <dgm:cxn modelId="{B4247D85-BF8F-4805-851A-3EEF39921C61}" type="presParOf" srcId="{EDC8C441-70F0-4B24-A0E0-275EFDDCA52B}" destId="{341AC5F8-30C7-4813-BBC5-AF08C3D7F6FA}" srcOrd="7" destOrd="0" presId="urn:microsoft.com/office/officeart/2008/layout/LinedList"/>
    <dgm:cxn modelId="{8809E6BA-8456-4690-9738-DEF80D27EA50}" type="presParOf" srcId="{341AC5F8-30C7-4813-BBC5-AF08C3D7F6FA}" destId="{32B055D8-1782-4D9A-AD84-21FFCC68F16B}" srcOrd="0" destOrd="0" presId="urn:microsoft.com/office/officeart/2008/layout/LinedList"/>
    <dgm:cxn modelId="{A27C69AA-037C-47C2-8FAE-CC089DED651E}" type="presParOf" srcId="{341AC5F8-30C7-4813-BBC5-AF08C3D7F6FA}" destId="{4F849FBC-C6C7-46E1-92A7-38848ED7C1C1}" srcOrd="1" destOrd="0" presId="urn:microsoft.com/office/officeart/2008/layout/LinedList"/>
    <dgm:cxn modelId="{DAB56D9A-A569-49D9-9A7C-F35731B5DAA6}" type="presParOf" srcId="{341AC5F8-30C7-4813-BBC5-AF08C3D7F6FA}" destId="{CD50AE02-3773-408C-B8E4-850BEAF8B8A7}" srcOrd="2" destOrd="0" presId="urn:microsoft.com/office/officeart/2008/layout/LinedList"/>
    <dgm:cxn modelId="{7FBD69D5-65E3-4B52-B043-E5CB30B51C4F}" type="presParOf" srcId="{EDC8C441-70F0-4B24-A0E0-275EFDDCA52B}" destId="{9C732C63-0B55-4023-965E-7C5D64F4DFBF}" srcOrd="8" destOrd="0" presId="urn:microsoft.com/office/officeart/2008/layout/LinedList"/>
    <dgm:cxn modelId="{23687992-8E74-48E4-9A7B-FC454F80686E}" type="presParOf" srcId="{EDC8C441-70F0-4B24-A0E0-275EFDDCA52B}" destId="{76EE2B30-237A-4B8B-9B39-1817FECD7BF9}" srcOrd="9" destOrd="0" presId="urn:microsoft.com/office/officeart/2008/layout/LinedList"/>
    <dgm:cxn modelId="{007311A2-9FCB-406D-81F4-5DC7913B886D}" type="presParOf" srcId="{EDC8C441-70F0-4B24-A0E0-275EFDDCA52B}" destId="{9CD9F8F3-B482-421F-A8D5-F5C79DDF229A}" srcOrd="10" destOrd="0" presId="urn:microsoft.com/office/officeart/2008/layout/LinedList"/>
    <dgm:cxn modelId="{9662956D-D0BF-4AE0-AC4F-967837F5F684}" type="presParOf" srcId="{9CD9F8F3-B482-421F-A8D5-F5C79DDF229A}" destId="{C839DDC6-DF39-4CA3-9B74-8D5AA823F1D9}" srcOrd="0" destOrd="0" presId="urn:microsoft.com/office/officeart/2008/layout/LinedList"/>
    <dgm:cxn modelId="{95DD778E-B4D3-4C5B-AE2D-47BAD82C4C04}" type="presParOf" srcId="{9CD9F8F3-B482-421F-A8D5-F5C79DDF229A}" destId="{6D5D9E22-B542-46DE-82D4-0BA7679F99B7}" srcOrd="1" destOrd="0" presId="urn:microsoft.com/office/officeart/2008/layout/LinedList"/>
    <dgm:cxn modelId="{C8F66AC3-5CA8-4195-877F-0ABFE99B9A6A}" type="presParOf" srcId="{9CD9F8F3-B482-421F-A8D5-F5C79DDF229A}" destId="{FED67E71-9774-4E75-B55F-3EAD72EBDE8A}" srcOrd="2" destOrd="0" presId="urn:microsoft.com/office/officeart/2008/layout/LinedList"/>
    <dgm:cxn modelId="{C7BCC4CD-A95F-4540-931E-FB1B1EBD459F}" type="presParOf" srcId="{EDC8C441-70F0-4B24-A0E0-275EFDDCA52B}" destId="{85DF3880-0DF9-412C-AAE3-8D5F3052920B}" srcOrd="11" destOrd="0" presId="urn:microsoft.com/office/officeart/2008/layout/LinedList"/>
    <dgm:cxn modelId="{409CFE77-C0D3-403D-A707-902B7DB6874D}" type="presParOf" srcId="{EDC8C441-70F0-4B24-A0E0-275EFDDCA52B}" destId="{1196AEDB-53DE-4B23-B141-ECDA2C85418C}" srcOrd="12" destOrd="0" presId="urn:microsoft.com/office/officeart/2008/layout/LinedList"/>
    <dgm:cxn modelId="{CC27B88C-5D01-40C3-A450-1A57096BEA4B}" type="presParOf" srcId="{EDC8C441-70F0-4B24-A0E0-275EFDDCA52B}" destId="{900112F6-547F-4654-96A5-97D8F10461ED}" srcOrd="13" destOrd="0" presId="urn:microsoft.com/office/officeart/2008/layout/LinedList"/>
    <dgm:cxn modelId="{F2032619-80CF-46AC-8727-803629E2CD43}" type="presParOf" srcId="{900112F6-547F-4654-96A5-97D8F10461ED}" destId="{7C356E5E-0276-4714-8C3F-64138EC8F50D}" srcOrd="0" destOrd="0" presId="urn:microsoft.com/office/officeart/2008/layout/LinedList"/>
    <dgm:cxn modelId="{D42AAE51-6BF2-4DCC-9EBF-C59B0A5B3C10}" type="presParOf" srcId="{900112F6-547F-4654-96A5-97D8F10461ED}" destId="{CA5A95E6-C5AD-439F-AAA6-F53F2CA70133}" srcOrd="1" destOrd="0" presId="urn:microsoft.com/office/officeart/2008/layout/LinedList"/>
    <dgm:cxn modelId="{D0A72179-3947-4C0B-823D-A7FDC47A1AE9}" type="presParOf" srcId="{900112F6-547F-4654-96A5-97D8F10461ED}" destId="{A620BEA8-19D7-437D-965D-85F578580946}" srcOrd="2" destOrd="0" presId="urn:microsoft.com/office/officeart/2008/layout/LinedList"/>
    <dgm:cxn modelId="{AF779CA9-65FC-4E8D-8278-EDCC22796A5B}" type="presParOf" srcId="{EDC8C441-70F0-4B24-A0E0-275EFDDCA52B}" destId="{F09835A9-4077-4F3B-A472-BE472C745E6B}" srcOrd="14" destOrd="0" presId="urn:microsoft.com/office/officeart/2008/layout/LinedList"/>
    <dgm:cxn modelId="{85E891D2-EE55-4B03-8E9D-0A06B7E28E4A}" type="presParOf" srcId="{EDC8C441-70F0-4B24-A0E0-275EFDDCA52B}" destId="{5D5310FC-1EB1-495B-9C8B-33C49AB1CEAE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76AC4-A36E-4D97-A5AF-A897875B4DAC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B54B5-D56F-4A5E-B824-A867EA9A75D6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Stock symbol search</a:t>
          </a:r>
          <a:endParaRPr lang="en-US" sz="1300" kern="1200"/>
        </a:p>
      </dsp:txBody>
      <dsp:txXfrm>
        <a:off x="841" y="2344441"/>
        <a:ext cx="1529296" cy="611718"/>
      </dsp:txXfrm>
    </dsp:sp>
    <dsp:sp modelId="{CA2707EF-A50F-4548-94E0-26DDB7A13FDA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36009-23AB-4B84-9BFC-FDD479F96104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Live or near-real-time price lookups</a:t>
          </a:r>
          <a:endParaRPr lang="en-US" sz="1300" kern="1200"/>
        </a:p>
      </dsp:txBody>
      <dsp:txXfrm>
        <a:off x="1797765" y="2344441"/>
        <a:ext cx="1529296" cy="611718"/>
      </dsp:txXfrm>
    </dsp:sp>
    <dsp:sp modelId="{39172310-4919-43F4-A8DE-8FA4DD7AC863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78F28-3851-4308-AE58-B000B30218A4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Historical charts</a:t>
          </a:r>
          <a:endParaRPr lang="en-US" sz="1300" kern="1200"/>
        </a:p>
      </dsp:txBody>
      <dsp:txXfrm>
        <a:off x="3594689" y="2344441"/>
        <a:ext cx="1529296" cy="611718"/>
      </dsp:txXfrm>
    </dsp:sp>
    <dsp:sp modelId="{85B8DDAB-9AF3-4129-88CE-54C3F9466A7E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8578E-4424-4558-AEF1-89C8A2002083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Technical indicators (MA, RSI, MACD, etc.)</a:t>
          </a:r>
          <a:endParaRPr lang="en-US" sz="1300" kern="1200"/>
        </a:p>
      </dsp:txBody>
      <dsp:txXfrm>
        <a:off x="5391613" y="2344441"/>
        <a:ext cx="1529296" cy="611718"/>
      </dsp:txXfrm>
    </dsp:sp>
    <dsp:sp modelId="{D8968054-4149-40E7-9B39-29A97F1958C7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8E272-7034-4175-A99B-68F33A7D780D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News + sentiment information</a:t>
          </a:r>
          <a:endParaRPr lang="en-US" sz="1300" kern="1200"/>
        </a:p>
      </dsp:txBody>
      <dsp:txXfrm>
        <a:off x="7188537" y="2344441"/>
        <a:ext cx="1529296" cy="611718"/>
      </dsp:txXfrm>
    </dsp:sp>
    <dsp:sp modelId="{A25DBAB5-FD8B-4DD7-B921-011AC859C939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5085D-036F-44E0-97D3-EFC03FB254D0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Portfolio Management</a:t>
          </a:r>
          <a:endParaRPr lang="en-US" sz="1300" kern="1200"/>
        </a:p>
      </dsp:txBody>
      <dsp:txXfrm>
        <a:off x="8985461" y="2344441"/>
        <a:ext cx="1529296" cy="611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21ED7-F3EC-4223-9281-3A36F360CC94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246D8-7426-4817-BE6F-FA1D7F68052D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>
              <a:latin typeface="Aptos Display" panose="02110004020202020204"/>
            </a:rPr>
            <a:t>Microservices</a:t>
          </a:r>
          <a:r>
            <a:rPr lang="en-CA" sz="2500" kern="1200"/>
            <a:t>:</a:t>
          </a:r>
          <a:endParaRPr lang="en-US" sz="2500" kern="1200"/>
        </a:p>
      </dsp:txBody>
      <dsp:txXfrm>
        <a:off x="0" y="0"/>
        <a:ext cx="2103120" cy="4351338"/>
      </dsp:txXfrm>
    </dsp:sp>
    <dsp:sp modelId="{3BE16E47-32FF-4288-8A86-3A7355FEC274}">
      <dsp:nvSpPr>
        <dsp:cNvPr id="0" name=""/>
        <dsp:cNvSpPr/>
      </dsp:nvSpPr>
      <dsp:spPr>
        <a:xfrm>
          <a:off x="2260854" y="41006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Stock Analysis Service</a:t>
          </a:r>
          <a:endParaRPr lang="en-US" sz="3700" kern="1200"/>
        </a:p>
      </dsp:txBody>
      <dsp:txXfrm>
        <a:off x="2260854" y="41006"/>
        <a:ext cx="8254746" cy="820125"/>
      </dsp:txXfrm>
    </dsp:sp>
    <dsp:sp modelId="{A76163E7-F63A-4D49-AEA1-2856C29B9DE1}">
      <dsp:nvSpPr>
        <dsp:cNvPr id="0" name=""/>
        <dsp:cNvSpPr/>
      </dsp:nvSpPr>
      <dsp:spPr>
        <a:xfrm>
          <a:off x="2103120" y="86113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44912-84D9-4F19-AA8F-BF3292F3FE88}">
      <dsp:nvSpPr>
        <dsp:cNvPr id="0" name=""/>
        <dsp:cNvSpPr/>
      </dsp:nvSpPr>
      <dsp:spPr>
        <a:xfrm>
          <a:off x="2260854" y="902137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Market News Service</a:t>
          </a:r>
          <a:endParaRPr lang="en-US" sz="3700" kern="1200"/>
        </a:p>
      </dsp:txBody>
      <dsp:txXfrm>
        <a:off x="2260854" y="902137"/>
        <a:ext cx="8254746" cy="820125"/>
      </dsp:txXfrm>
    </dsp:sp>
    <dsp:sp modelId="{8D5CFE8B-0188-4BFB-8A55-D022919B1388}">
      <dsp:nvSpPr>
        <dsp:cNvPr id="0" name=""/>
        <dsp:cNvSpPr/>
      </dsp:nvSpPr>
      <dsp:spPr>
        <a:xfrm>
          <a:off x="2103120" y="172226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49FBC-C6C7-46E1-92A7-38848ED7C1C1}">
      <dsp:nvSpPr>
        <dsp:cNvPr id="0" name=""/>
        <dsp:cNvSpPr/>
      </dsp:nvSpPr>
      <dsp:spPr>
        <a:xfrm>
          <a:off x="2260854" y="1763269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Portfolio Service</a:t>
          </a:r>
          <a:endParaRPr lang="en-US" sz="3700" kern="1200"/>
        </a:p>
      </dsp:txBody>
      <dsp:txXfrm>
        <a:off x="2260854" y="1763269"/>
        <a:ext cx="8254746" cy="820125"/>
      </dsp:txXfrm>
    </dsp:sp>
    <dsp:sp modelId="{9C732C63-0B55-4023-965E-7C5D64F4DFBF}">
      <dsp:nvSpPr>
        <dsp:cNvPr id="0" name=""/>
        <dsp:cNvSpPr/>
      </dsp:nvSpPr>
      <dsp:spPr>
        <a:xfrm>
          <a:off x="2103120" y="2583394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D9E22-B542-46DE-82D4-0BA7679F99B7}">
      <dsp:nvSpPr>
        <dsp:cNvPr id="0" name=""/>
        <dsp:cNvSpPr/>
      </dsp:nvSpPr>
      <dsp:spPr>
        <a:xfrm>
          <a:off x="2260854" y="2624400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Earnings Service</a:t>
          </a:r>
          <a:endParaRPr lang="en-US" sz="3700" kern="1200"/>
        </a:p>
      </dsp:txBody>
      <dsp:txXfrm>
        <a:off x="2260854" y="2624400"/>
        <a:ext cx="8254746" cy="820125"/>
      </dsp:txXfrm>
    </dsp:sp>
    <dsp:sp modelId="{85DF3880-0DF9-412C-AAE3-8D5F3052920B}">
      <dsp:nvSpPr>
        <dsp:cNvPr id="0" name=""/>
        <dsp:cNvSpPr/>
      </dsp:nvSpPr>
      <dsp:spPr>
        <a:xfrm>
          <a:off x="2103120" y="344452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A95E6-C5AD-439F-AAA6-F53F2CA70133}">
      <dsp:nvSpPr>
        <dsp:cNvPr id="0" name=""/>
        <dsp:cNvSpPr/>
      </dsp:nvSpPr>
      <dsp:spPr>
        <a:xfrm>
          <a:off x="2260854" y="3485532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Service Registry</a:t>
          </a:r>
          <a:endParaRPr lang="en-US" sz="3700" kern="1200"/>
        </a:p>
      </dsp:txBody>
      <dsp:txXfrm>
        <a:off x="2260854" y="3485532"/>
        <a:ext cx="8254746" cy="820125"/>
      </dsp:txXfrm>
    </dsp:sp>
    <dsp:sp modelId="{F09835A9-4077-4F3B-A472-BE472C745E6B}">
      <dsp:nvSpPr>
        <dsp:cNvPr id="0" name=""/>
        <dsp:cNvSpPr/>
      </dsp:nvSpPr>
      <dsp:spPr>
        <a:xfrm>
          <a:off x="2103120" y="430565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26CB-68C3-AAD7-8605-AC6201DD6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CD4FD-8FCC-6420-B034-10E50C39A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F84DC-B96E-58FC-B7C0-FBCE9BF4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D2F13-3E50-C6F1-56BF-A420C702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27005-4E2E-C630-58C8-A799E230C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3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646B-3B10-D25E-F7E8-3B91688B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DF7D4-E86C-DCE2-4389-E52377445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54E8-1C80-41C5-F9AA-8CAE8D6A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69AD3-D1CC-6729-BF6B-7948423C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C2B10-E3C3-F9D3-A928-5FD81B1D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1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A020-41AA-101C-187D-D9BE1AC8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5CA0-7B6B-501E-4D15-DB67EA6C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DF114-B1C0-830C-FE52-A1D93E51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2AA81-0FC1-1178-E0E1-8E04927E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4BA4E-7CCC-C6E4-640B-ED29CF05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314A-02AF-B7F4-5333-AF053149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905F-19E5-F7D2-FA32-FD40AD74C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91A0-6A30-A925-9894-E1B4D6A67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5AB6D-C556-A561-77EB-943482A1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FA2FF-BE03-12ED-F2C7-680E2808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DF729-4A85-E419-471E-BE095984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6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E8BE-7BEC-D55B-DDEA-EE5EC4E9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2DFA3-128C-3960-E0DF-A0D5C50CF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4C72F-3DC6-665E-4ED5-C627B645B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E26F4-7628-D03A-3B16-1750AA0F6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CD149E-CE8E-0157-94E0-A7A851B0A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FD6CB-D2CA-D0DC-A53A-E2AEB2AD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C677E-6989-CB22-9A13-271E284C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6848A-74FB-E324-689F-3BFF871C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3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C06E-9239-45B7-2F65-AB271BBC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97CC6-F979-AA4B-E6BC-13A09AD4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BF57A-064C-6A12-7128-86193600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4451A-E144-6342-75F8-C2F8CA63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0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9F365-3056-4602-0E50-EA41B235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07C55-491C-97A5-916B-AFB81CF5D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8FE1D-35BA-9623-D75F-2593C315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7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0226-6ACF-0BBB-53FA-852B5E98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6516-6FAF-E52F-6FD7-55785A4FF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9118-67F1-D8E9-A5CA-B5AD82867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B5006-158E-F90B-6A3C-D0D14F94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B465C-BF04-6CAC-A1EB-439D23E7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CF4CC-5A2F-0151-C527-C9FFE9CCC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5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2C9E-4C05-08E2-5B1A-83EDFA24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AE551-1FC2-B442-71E6-2CA691203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E4A7F-31E3-C2C1-AD9A-266B0956A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343D1-C6C8-E713-E843-2EF024F7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EE006-46C2-7BF7-7E09-90C93368C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1B5DB-68DF-3C22-7200-26A7E375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8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50BA-7C7C-33E5-5CD3-62A82181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B6587-14B9-4DF7-32EA-37E0710ED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C5FCA-6A8F-5B33-EC7A-C39CB02B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98DBE-EEAF-52BA-006A-F4706239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07DDC-5477-7DFA-4B9F-76DF8AA3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5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5FB24-6B48-89CD-FC7A-FC79ADF24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C3725-1069-675F-5A6A-D3F02A004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2289E-2216-8852-392C-1037232F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383B7-7F09-3B60-9ED6-ACF85B12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D2D25-3A6C-126D-ED1B-55A885DF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10BE5-302F-3590-97A4-FA1BB894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D8D4B-CA41-EE86-8DE2-50160A26B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220D6-1B94-BC01-31EF-E398648FE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70CF7-1E65-3841-B679-5AE96B1D9F2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DC8F0-CC3F-E991-AA20-8BEC40AAC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C06B1-D192-AA62-5D1E-3FBF71A45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9E4F0-78CB-8C48-903A-D1AAE05A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3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Digital business graph and charts">
            <a:extLst>
              <a:ext uri="{FF2B5EF4-FFF2-40B4-BE49-F238E27FC236}">
                <a16:creationId xmlns:a16="http://schemas.microsoft.com/office/drawing/2014/main" id="{EF62DB93-ACEC-EA12-B8B4-4BC04A4245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4027" r="990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50FF90-56C1-3910-05B9-6631707F2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1305"/>
            <a:ext cx="9144000" cy="1030155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Stock Research Application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01887-7E29-DE92-B3A2-06B8629A1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5302"/>
            <a:ext cx="9144000" cy="1098395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Group 5</a:t>
            </a:r>
          </a:p>
          <a:p>
            <a:r>
              <a:rPr lang="en-CA">
                <a:solidFill>
                  <a:srgbClr val="FFFFFF"/>
                </a:solidFill>
              </a:rPr>
              <a:t>CS4471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590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09CA4-FE4B-ED5A-DA88-E8D07C0D3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Architecture Overview - Connor</a:t>
            </a:r>
          </a:p>
          <a:p>
            <a:r>
              <a:rPr lang="en-US"/>
              <a:t>Earnings Call Service - Shikhar</a:t>
            </a:r>
          </a:p>
          <a:p>
            <a:r>
              <a:rPr lang="en-US"/>
              <a:t>Market News Sentiment Service - Shikhar</a:t>
            </a:r>
          </a:p>
          <a:p>
            <a:r>
              <a:rPr lang="en-US"/>
              <a:t>Stock Analysis Service – Harjap</a:t>
            </a:r>
          </a:p>
          <a:p>
            <a:r>
              <a:rPr lang="en-US"/>
              <a:t>Portfolio Management Service - Zac</a:t>
            </a:r>
          </a:p>
          <a:p>
            <a:r>
              <a:rPr lang="en-US"/>
              <a:t>Service Registry - Abdullah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1C3F3-3439-8048-1B81-80C16C46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Division</a:t>
            </a:r>
          </a:p>
        </p:txBody>
      </p:sp>
    </p:spTree>
    <p:extLst>
      <p:ext uri="{BB962C8B-B14F-4D97-AF65-F5344CB8AC3E}">
        <p14:creationId xmlns:p14="http://schemas.microsoft.com/office/powerpoint/2010/main" val="361884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B58A-203B-08B2-9812-FDAB145A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CA" sz="5400"/>
              <a:t>Problem Statement</a:t>
            </a:r>
            <a:endParaRPr lang="en-US" sz="540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0C65-1F23-1C63-C08E-BEDC6C324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CA" sz="2200"/>
              <a:t>Fragmented stock research tools</a:t>
            </a:r>
          </a:p>
          <a:p>
            <a:r>
              <a:rPr lang="en-CA" sz="2200"/>
              <a:t>Hard to combine pricing, indicators, and news</a:t>
            </a:r>
          </a:p>
          <a:p>
            <a:r>
              <a:rPr lang="en-CA" sz="2200"/>
              <a:t>Need for a unified, modular research platform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42B16D4-1415-FDB0-7AB6-8495C4BF0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42" r="1703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1131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7AF9E-8B42-0F08-63EF-20A2C868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383" y="491070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en-CA" sz="4000"/>
              <a:t>Project Overview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7A699-7E36-0FBC-F516-947EFD51F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5" y="2640746"/>
            <a:ext cx="4646905" cy="283193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2000"/>
              <a:t>Our Stock Research Application provides an integrated platform for users to:</a:t>
            </a:r>
          </a:p>
          <a:p>
            <a:r>
              <a:rPr lang="en-CA" sz="2000"/>
              <a:t>analyze stocks </a:t>
            </a:r>
          </a:p>
          <a:p>
            <a:r>
              <a:rPr lang="en-CA" sz="2000"/>
              <a:t>manage their portfolio</a:t>
            </a:r>
          </a:p>
          <a:p>
            <a:r>
              <a:rPr lang="en-CA" sz="2000"/>
              <a:t>explore market research</a:t>
            </a:r>
          </a:p>
          <a:p>
            <a:pPr marL="0" indent="0">
              <a:buNone/>
            </a:pPr>
            <a:r>
              <a:rPr lang="en-CA" sz="2000"/>
              <a:t>through a modern, modular software architecture.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3111CE31-ADE6-5074-1EE9-6D553395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75" r="41068" b="-43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9B930-7521-FB19-5240-442B78C4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CA" sz="5400"/>
              <a:t>User Personas</a:t>
            </a:r>
            <a:endParaRPr lang="en-US" sz="54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82AEE-3095-EAB3-26AB-E2C48A3F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CA" sz="2200"/>
              <a:t>Casual Investor: wants simple charts and insights</a:t>
            </a:r>
          </a:p>
          <a:p>
            <a:pPr marL="0" indent="0">
              <a:buNone/>
            </a:pPr>
            <a:endParaRPr lang="en-CA" sz="2200"/>
          </a:p>
          <a:p>
            <a:r>
              <a:rPr lang="en-CA" sz="2200"/>
              <a:t>Research Analyst: wants deep indicators + historical data</a:t>
            </a:r>
          </a:p>
          <a:p>
            <a:pPr marL="0" indent="0">
              <a:buNone/>
            </a:pPr>
            <a:endParaRPr lang="en-CA" sz="2200"/>
          </a:p>
          <a:p>
            <a:r>
              <a:rPr lang="en-CA" sz="2200"/>
              <a:t>Student / Learner: needs clarity and reliability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5AE0787B-DC64-3ACE-8298-E07747C35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" r="330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085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C426-1FA9-E987-8F6F-D3FEA83A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/>
              <a:t>Key Features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4C491A-A94A-C76A-C8A7-F0E2CD4FEC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223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C9F7-F5ED-5AE5-E2CA-2D6F466D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High Level Architecture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1DE488-1E1F-51CE-AD17-08A7995844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901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1BBB9-7DD0-D7E6-5CBD-4D5A6016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22124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High Level Architecture Diagram</a:t>
            </a:r>
          </a:p>
        </p:txBody>
      </p:sp>
      <p:pic>
        <p:nvPicPr>
          <p:cNvPr id="12" name="Content Placeholder 11" descr="A diagram of a stock research application&#10;&#10;AI-generated content may be incorrect.">
            <a:extLst>
              <a:ext uri="{FF2B5EF4-FFF2-40B4-BE49-F238E27FC236}">
                <a16:creationId xmlns:a16="http://schemas.microsoft.com/office/drawing/2014/main" id="{91E95011-577D-C665-EED4-184781C7A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546" y="1161954"/>
            <a:ext cx="11406908" cy="556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8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789C75C5-6294-5EA8-6DB3-1FE36A1DB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304"/>
            <a:ext cx="12192000" cy="644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6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16986-1671-317C-9EDA-318E72A8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4000"/>
              <a:t>API Workflow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BAA6-E32C-DA8C-4981-1C81ADEA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175689"/>
            <a:ext cx="5334197" cy="3001432"/>
          </a:xfrm>
        </p:spPr>
        <p:txBody>
          <a:bodyPr anchor="ctr">
            <a:normAutofit/>
          </a:bodyPr>
          <a:lstStyle/>
          <a:p>
            <a:r>
              <a:rPr lang="en-CA" sz="2000"/>
              <a:t>User searches a symbol</a:t>
            </a:r>
          </a:p>
          <a:p>
            <a:r>
              <a:rPr lang="en-CA" sz="2000"/>
              <a:t>Web App queries Service Registry</a:t>
            </a:r>
          </a:p>
          <a:p>
            <a:r>
              <a:rPr lang="en-CA" sz="2000"/>
              <a:t>Calls appropriate microservice</a:t>
            </a:r>
          </a:p>
          <a:p>
            <a:r>
              <a:rPr lang="en-CA" sz="2000"/>
              <a:t>Service fetches data or returns cached results</a:t>
            </a:r>
          </a:p>
          <a:p>
            <a:r>
              <a:rPr lang="en-CA" sz="2000"/>
              <a:t>Web App aggregates + renders to UI</a:t>
            </a:r>
          </a:p>
        </p:txBody>
      </p:sp>
      <p:pic>
        <p:nvPicPr>
          <p:cNvPr id="14" name="Picture 13" descr="A 3D pattern of ring shapes connected by lines">
            <a:extLst>
              <a:ext uri="{FF2B5EF4-FFF2-40B4-BE49-F238E27FC236}">
                <a16:creationId xmlns:a16="http://schemas.microsoft.com/office/drawing/2014/main" id="{FD101A28-1589-C736-B63D-BF52C2327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42" r="45579" b="7"/>
          <a:stretch>
            <a:fillRect/>
          </a:stretch>
        </p:blipFill>
        <p:spPr>
          <a:xfrm>
            <a:off x="6857797" y="0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658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0CDD-9201-DBC2-2D87-94DB7802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189FF-B1AC-CA9F-4D1F-164037C73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Unit Tests – auth, data, utils, services</a:t>
            </a:r>
          </a:p>
          <a:p>
            <a:r>
              <a:rPr lang="en-US" dirty="0"/>
              <a:t>Subsystem Tests - pages</a:t>
            </a:r>
          </a:p>
          <a:p>
            <a:r>
              <a:rPr lang="en-US" dirty="0"/>
              <a:t>BlackBox Tests - app</a:t>
            </a:r>
          </a:p>
        </p:txBody>
      </p:sp>
    </p:spTree>
    <p:extLst>
      <p:ext uri="{BB962C8B-B14F-4D97-AF65-F5344CB8AC3E}">
        <p14:creationId xmlns:p14="http://schemas.microsoft.com/office/powerpoint/2010/main" val="12402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156994-9CF7-9AE3-B0C3-9F0F0A5A8A81}"/>
              </a:ext>
            </a:extLst>
          </p:cNvPr>
          <p:cNvSpPr txBox="1"/>
          <p:nvPr/>
        </p:nvSpPr>
        <p:spPr>
          <a:xfrm>
            <a:off x="2833316" y="2966155"/>
            <a:ext cx="65193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1889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Stock Research Application</vt:lpstr>
      <vt:lpstr>Demo Division</vt:lpstr>
      <vt:lpstr>Problem Statement</vt:lpstr>
      <vt:lpstr>Project Overview</vt:lpstr>
      <vt:lpstr>User Personas</vt:lpstr>
      <vt:lpstr>Key Features</vt:lpstr>
      <vt:lpstr>High Level Architecture</vt:lpstr>
      <vt:lpstr>High Level Architecture Diagram</vt:lpstr>
      <vt:lpstr>PowerPoint Presentation</vt:lpstr>
      <vt:lpstr>API Workflow</vt:lpstr>
      <vt:lpstr>Testing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Research Application</dc:title>
  <dc:creator>Connor Courville</dc:creator>
  <cp:revision>65</cp:revision>
  <dcterms:created xsi:type="dcterms:W3CDTF">2025-12-03T18:13:24Z</dcterms:created>
  <dcterms:modified xsi:type="dcterms:W3CDTF">2025-12-03T23:52:28Z</dcterms:modified>
</cp:coreProperties>
</file>